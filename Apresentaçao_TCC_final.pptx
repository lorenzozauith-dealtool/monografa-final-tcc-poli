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65" r:id="rId2"/>
    <p:sldMasterId id="2147483678" r:id="rId3"/>
    <p:sldMasterId id="2147483691" r:id="rId4"/>
    <p:sldMasterId id="2147483663" r:id="rId5"/>
  </p:sldMasterIdLst>
  <p:notesMasterIdLst>
    <p:notesMasterId r:id="rId14"/>
  </p:notesMasterIdLst>
  <p:sldIdLst>
    <p:sldId id="513" r:id="rId6"/>
    <p:sldId id="514" r:id="rId7"/>
    <p:sldId id="515" r:id="rId8"/>
    <p:sldId id="504" r:id="rId9"/>
    <p:sldId id="516" r:id="rId10"/>
    <p:sldId id="517" r:id="rId11"/>
    <p:sldId id="518" r:id="rId12"/>
    <p:sldId id="519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C65263"/>
    <a:srgbClr val="6E241C"/>
    <a:srgbClr val="DAB5B2"/>
    <a:srgbClr val="E9BCC3"/>
    <a:srgbClr val="F4DBC8"/>
    <a:srgbClr val="0F1727"/>
    <a:srgbClr val="4366AB"/>
    <a:srgbClr val="CF514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3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2019</c:v>
                </c:pt>
                <c:pt idx="1">
                  <c:v>2024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11.2</c:v>
                </c:pt>
                <c:pt idx="1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E3-4B4C-98B7-CAD3AE90B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4236735"/>
        <c:axId val="1744237215"/>
      </c:lineChart>
      <c:catAx>
        <c:axId val="1744236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44237215"/>
        <c:crosses val="autoZero"/>
        <c:auto val="1"/>
        <c:lblAlgn val="ctr"/>
        <c:lblOffset val="100"/>
        <c:noMultiLvlLbl val="0"/>
      </c:catAx>
      <c:valAx>
        <c:axId val="1744237215"/>
        <c:scaling>
          <c:orientation val="minMax"/>
          <c:min val="1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44236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3B5-4D83-B624-B8915DBA471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27.2</c:v>
                </c:pt>
                <c:pt idx="1">
                  <c:v>28</c:v>
                </c:pt>
                <c:pt idx="2">
                  <c:v>29</c:v>
                </c:pt>
                <c:pt idx="3">
                  <c:v>30</c:v>
                </c:pt>
                <c:pt idx="4">
                  <c:v>32</c:v>
                </c:pt>
                <c:pt idx="5">
                  <c:v>34</c:v>
                </c:pt>
                <c:pt idx="6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B5-4D83-B624-B8915DBA47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27"/>
        <c:axId val="1744234335"/>
        <c:axId val="1744224255"/>
      </c:barChart>
      <c:catAx>
        <c:axId val="1744234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44224255"/>
        <c:crosses val="autoZero"/>
        <c:auto val="1"/>
        <c:lblAlgn val="ctr"/>
        <c:lblOffset val="100"/>
        <c:noMultiLvlLbl val="0"/>
      </c:catAx>
      <c:valAx>
        <c:axId val="17442242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44234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1">
                <a:lumMod val="85000"/>
                <a:lumOff val="15000"/>
              </a:schemeClr>
            </a:solidFill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22-480D-8C0A-4187EBCE11BE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E022-480D-8C0A-4187EBCE11BE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Motociclistas</c:v>
                </c:pt>
                <c:pt idx="1">
                  <c:v>Demais categorias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0.38600000000000001</c:v>
                </c:pt>
                <c:pt idx="1">
                  <c:v>0.61399999999999999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22-480D-8C0A-4187EBCE11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2019</c:v>
                </c:pt>
                <c:pt idx="1">
                  <c:v>2024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11.2</c:v>
                </c:pt>
                <c:pt idx="1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E3-4B4C-98B7-CAD3AE90B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4236735"/>
        <c:axId val="1744237215"/>
      </c:lineChart>
      <c:catAx>
        <c:axId val="1744236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44237215"/>
        <c:crosses val="autoZero"/>
        <c:auto val="1"/>
        <c:lblAlgn val="ctr"/>
        <c:lblOffset val="100"/>
        <c:noMultiLvlLbl val="0"/>
      </c:catAx>
      <c:valAx>
        <c:axId val="1744237215"/>
        <c:scaling>
          <c:orientation val="minMax"/>
          <c:min val="1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44236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3B5-4D83-B624-B8915DBA471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27.2</c:v>
                </c:pt>
                <c:pt idx="1">
                  <c:v>28</c:v>
                </c:pt>
                <c:pt idx="2">
                  <c:v>29</c:v>
                </c:pt>
                <c:pt idx="3">
                  <c:v>30</c:v>
                </c:pt>
                <c:pt idx="4">
                  <c:v>32</c:v>
                </c:pt>
                <c:pt idx="5">
                  <c:v>34</c:v>
                </c:pt>
                <c:pt idx="6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B5-4D83-B624-B8915DBA47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27"/>
        <c:axId val="1744234335"/>
        <c:axId val="1744224255"/>
      </c:barChart>
      <c:catAx>
        <c:axId val="1744234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44224255"/>
        <c:crosses val="autoZero"/>
        <c:auto val="1"/>
        <c:lblAlgn val="ctr"/>
        <c:lblOffset val="100"/>
        <c:noMultiLvlLbl val="0"/>
      </c:catAx>
      <c:valAx>
        <c:axId val="17442242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44234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1">
                <a:lumMod val="85000"/>
                <a:lumOff val="15000"/>
              </a:schemeClr>
            </a:solidFill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22-480D-8C0A-4187EBCE11BE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E022-480D-8C0A-4187EBCE11BE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Motociclistas</c:v>
                </c:pt>
                <c:pt idx="1">
                  <c:v>Demais categorias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0.38600000000000001</c:v>
                </c:pt>
                <c:pt idx="1">
                  <c:v>0.61399999999999999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22-480D-8C0A-4187EBCE11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5 minutos</c:v>
                </c:pt>
                <c:pt idx="1">
                  <c:v>10 minutos</c:v>
                </c:pt>
                <c:pt idx="2">
                  <c:v>20 minutos</c:v>
                </c:pt>
                <c:pt idx="3">
                  <c:v>30 minutos</c:v>
                </c:pt>
                <c:pt idx="4">
                  <c:v>Tempo maior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0.9</c:v>
                </c:pt>
                <c:pt idx="1">
                  <c:v>0.8</c:v>
                </c:pt>
                <c:pt idx="2">
                  <c:v>0.55000000000000004</c:v>
                </c:pt>
                <c:pt idx="3">
                  <c:v>0.4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0F-4D4C-8737-B664B571D0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27"/>
        <c:axId val="1158478399"/>
        <c:axId val="1158474559"/>
      </c:barChart>
      <c:catAx>
        <c:axId val="1158478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158474559"/>
        <c:crosses val="autoZero"/>
        <c:auto val="1"/>
        <c:lblAlgn val="ctr"/>
        <c:lblOffset val="100"/>
        <c:noMultiLvlLbl val="0"/>
      </c:catAx>
      <c:valAx>
        <c:axId val="1158474559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158478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ABA97-3C75-4153-B629-E0FB300BED46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BA763-5BA2-44D5-B3B7-DA6528836FC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245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07E07-B3D7-FBBD-A568-D20166FF7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FA781-2F5F-E7EF-527C-F66BACAE6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7E76B-B5A7-AD7A-42FF-BFB9961E5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39DF9-87E8-92D4-4C5F-1A0E247B0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BA763-5BA2-44D5-B3B7-DA6528836F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304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CA864-560C-ACA6-3D7C-65B342C9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CAC7D-7CCE-B679-6DFB-7321F7A6C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C4EA6-D114-63DE-DD29-9AAFAE130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AB70C-0295-2066-2EFF-17AB672FA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BA763-5BA2-44D5-B3B7-DA6528836FC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352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1">
            <a:extLst>
              <a:ext uri="{FF2B5EF4-FFF2-40B4-BE49-F238E27FC236}">
                <a16:creationId xmlns:a16="http://schemas.microsoft.com/office/drawing/2014/main" id="{0F42DD50-4B8B-9C30-8A8E-6E3A669BEC2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24182" y="1956953"/>
            <a:ext cx="7033993" cy="4227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5" name="Content Placeholder 105">
            <a:extLst>
              <a:ext uri="{FF2B5EF4-FFF2-40B4-BE49-F238E27FC236}">
                <a16:creationId xmlns:a16="http://schemas.microsoft.com/office/drawing/2014/main" id="{E4AA883C-3B27-BE44-53E2-DE7AB33DD10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2" name="object 25">
            <a:extLst>
              <a:ext uri="{FF2B5EF4-FFF2-40B4-BE49-F238E27FC236}">
                <a16:creationId xmlns:a16="http://schemas.microsoft.com/office/drawing/2014/main" id="{251FA787-4CE6-BFDE-E7F5-996F1A8A1A6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0268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3" name="object 19">
            <a:extLst>
              <a:ext uri="{FF2B5EF4-FFF2-40B4-BE49-F238E27FC236}">
                <a16:creationId xmlns:a16="http://schemas.microsoft.com/office/drawing/2014/main" id="{4B87219D-2D9E-176C-6C94-CBB1BD0EB737}"/>
              </a:ext>
            </a:extLst>
          </p:cNvPr>
          <p:cNvSpPr/>
          <p:nvPr userDrawn="1"/>
        </p:nvSpPr>
        <p:spPr>
          <a:xfrm>
            <a:off x="8707047" y="1332960"/>
            <a:ext cx="3217796" cy="4811848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287494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4287494"/>
                </a:lnTo>
                <a:lnTo>
                  <a:pt x="3097631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191E1B-28B0-DE14-12A5-594F6E7F3C0C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972245" y="1432120"/>
            <a:chExt cx="270363" cy="253515"/>
          </a:xfrm>
        </p:grpSpPr>
        <p:sp>
          <p:nvSpPr>
            <p:cNvPr id="16" name="Rectangle: Rounded Corners 20">
              <a:extLst>
                <a:ext uri="{FF2B5EF4-FFF2-40B4-BE49-F238E27FC236}">
                  <a16:creationId xmlns:a16="http://schemas.microsoft.com/office/drawing/2014/main" id="{3A2E33C4-9B7C-2F35-3797-8FD8AA1653F8}"/>
                </a:ext>
              </a:extLst>
            </p:cNvPr>
            <p:cNvSpPr/>
            <p:nvPr userDrawn="1"/>
          </p:nvSpPr>
          <p:spPr>
            <a:xfrm>
              <a:off x="972245" y="1432120"/>
              <a:ext cx="230754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E9BC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Rectangle: Rounded Corners 21">
              <a:extLst>
                <a:ext uri="{FF2B5EF4-FFF2-40B4-BE49-F238E27FC236}">
                  <a16:creationId xmlns:a16="http://schemas.microsoft.com/office/drawing/2014/main" id="{49840AA5-5637-7753-01A1-222E21C9041A}"/>
                </a:ext>
              </a:extLst>
            </p:cNvPr>
            <p:cNvSpPr/>
            <p:nvPr userDrawn="1"/>
          </p:nvSpPr>
          <p:spPr>
            <a:xfrm>
              <a:off x="999934" y="1458835"/>
              <a:ext cx="242674" cy="226800"/>
            </a:xfrm>
            <a:prstGeom prst="roundRect">
              <a:avLst/>
            </a:prstGeom>
            <a:solidFill>
              <a:srgbClr val="E9B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4B2CA09A-ED40-85EF-501F-DF298D05235B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24183" y="1412359"/>
            <a:ext cx="7033992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19" name="Espaço Reservado para Texto 13">
            <a:extLst>
              <a:ext uri="{FF2B5EF4-FFF2-40B4-BE49-F238E27FC236}">
                <a16:creationId xmlns:a16="http://schemas.microsoft.com/office/drawing/2014/main" id="{B86A23C6-7F8D-352A-448D-17A195E95B97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224182" y="1691819"/>
            <a:ext cx="7033993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5AC2D3F1-A8F3-D2C0-D288-4963E737E298}"/>
              </a:ext>
            </a:extLst>
          </p:cNvPr>
          <p:cNvSpPr>
            <a:spLocks noGrp="1"/>
          </p:cNvSpPr>
          <p:nvPr userDrawn="1">
            <p:ph sz="quarter" idx="30"/>
          </p:nvPr>
        </p:nvSpPr>
        <p:spPr>
          <a:xfrm>
            <a:off x="8707438" y="1956953"/>
            <a:ext cx="3209925" cy="42279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22" name="Espaço Reservado para Texto 4">
            <a:extLst>
              <a:ext uri="{FF2B5EF4-FFF2-40B4-BE49-F238E27FC236}">
                <a16:creationId xmlns:a16="http://schemas.microsoft.com/office/drawing/2014/main" id="{CDC26E95-A480-2BE9-8290-944C88A4E14A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8707047" y="1412359"/>
            <a:ext cx="3217796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3" name="Espaço Reservado para Texto 13">
            <a:extLst>
              <a:ext uri="{FF2B5EF4-FFF2-40B4-BE49-F238E27FC236}">
                <a16:creationId xmlns:a16="http://schemas.microsoft.com/office/drawing/2014/main" id="{7B5A1440-133E-A648-49D9-217BD11E8BE8}"/>
              </a:ext>
            </a:extLst>
          </p:cNvPr>
          <p:cNvSpPr>
            <a:spLocks noGrp="1"/>
          </p:cNvSpPr>
          <p:nvPr userDrawn="1">
            <p:ph type="body" sz="quarter" idx="32"/>
          </p:nvPr>
        </p:nvSpPr>
        <p:spPr>
          <a:xfrm>
            <a:off x="8707046" y="1691819"/>
            <a:ext cx="3217797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98AF0A-440E-C9DA-A857-EEDAD9965CB1}"/>
              </a:ext>
            </a:extLst>
          </p:cNvPr>
          <p:cNvGrpSpPr/>
          <p:nvPr userDrawn="1"/>
        </p:nvGrpSpPr>
        <p:grpSpPr>
          <a:xfrm>
            <a:off x="8458895" y="1432120"/>
            <a:ext cx="270363" cy="253515"/>
            <a:chOff x="8458895" y="1432120"/>
            <a:chExt cx="270363" cy="253515"/>
          </a:xfrm>
        </p:grpSpPr>
        <p:sp>
          <p:nvSpPr>
            <p:cNvPr id="25" name="Rectangle: Rounded Corners 20">
              <a:extLst>
                <a:ext uri="{FF2B5EF4-FFF2-40B4-BE49-F238E27FC236}">
                  <a16:creationId xmlns:a16="http://schemas.microsoft.com/office/drawing/2014/main" id="{6D634128-DDB5-CBF5-193E-6D3B3DB04EE4}"/>
                </a:ext>
              </a:extLst>
            </p:cNvPr>
            <p:cNvSpPr/>
            <p:nvPr userDrawn="1"/>
          </p:nvSpPr>
          <p:spPr>
            <a:xfrm>
              <a:off x="8458895" y="1432120"/>
              <a:ext cx="230754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E9BC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Rectangle: Rounded Corners 21">
              <a:extLst>
                <a:ext uri="{FF2B5EF4-FFF2-40B4-BE49-F238E27FC236}">
                  <a16:creationId xmlns:a16="http://schemas.microsoft.com/office/drawing/2014/main" id="{E5B75129-5A99-489D-18D3-73CC79B22D41}"/>
                </a:ext>
              </a:extLst>
            </p:cNvPr>
            <p:cNvSpPr/>
            <p:nvPr userDrawn="1"/>
          </p:nvSpPr>
          <p:spPr>
            <a:xfrm>
              <a:off x="8486584" y="1458835"/>
              <a:ext cx="242674" cy="226800"/>
            </a:xfrm>
            <a:prstGeom prst="roundRect">
              <a:avLst/>
            </a:prstGeom>
            <a:solidFill>
              <a:srgbClr val="E9B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726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1">
            <a:extLst>
              <a:ext uri="{FF2B5EF4-FFF2-40B4-BE49-F238E27FC236}">
                <a16:creationId xmlns:a16="http://schemas.microsoft.com/office/drawing/2014/main" id="{0F42DD50-4B8B-9C30-8A8E-6E3A669BEC2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24182" y="1956953"/>
            <a:ext cx="10700661" cy="4227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5" name="Content Placeholder 105">
            <a:extLst>
              <a:ext uri="{FF2B5EF4-FFF2-40B4-BE49-F238E27FC236}">
                <a16:creationId xmlns:a16="http://schemas.microsoft.com/office/drawing/2014/main" id="{E4AA883C-3B27-BE44-53E2-DE7AB33DD10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2" name="object 25">
            <a:extLst>
              <a:ext uri="{FF2B5EF4-FFF2-40B4-BE49-F238E27FC236}">
                <a16:creationId xmlns:a16="http://schemas.microsoft.com/office/drawing/2014/main" id="{251FA787-4CE6-BFDE-E7F5-996F1A8A1A6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0268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4B2CA09A-ED40-85EF-501F-DF298D052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2" y="1412359"/>
            <a:ext cx="10700659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19" name="Espaço Reservado para Texto 13">
            <a:extLst>
              <a:ext uri="{FF2B5EF4-FFF2-40B4-BE49-F238E27FC236}">
                <a16:creationId xmlns:a16="http://schemas.microsoft.com/office/drawing/2014/main" id="{B86A23C6-7F8D-352A-448D-17A195E95B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2" y="1691819"/>
            <a:ext cx="10700661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C785F5-8EBD-446F-E1D0-9C7CD53FD74B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972245" y="1432120"/>
            <a:chExt cx="270363" cy="253515"/>
          </a:xfrm>
        </p:grpSpPr>
        <p:sp>
          <p:nvSpPr>
            <p:cNvPr id="8" name="Rectangle: Rounded Corners 20">
              <a:extLst>
                <a:ext uri="{FF2B5EF4-FFF2-40B4-BE49-F238E27FC236}">
                  <a16:creationId xmlns:a16="http://schemas.microsoft.com/office/drawing/2014/main" id="{2DB3AEDE-7D8F-FF2D-9AA2-2248E7E00A02}"/>
                </a:ext>
              </a:extLst>
            </p:cNvPr>
            <p:cNvSpPr/>
            <p:nvPr userDrawn="1"/>
          </p:nvSpPr>
          <p:spPr>
            <a:xfrm>
              <a:off x="972245" y="1432120"/>
              <a:ext cx="230754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E9BC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Rectangle: Rounded Corners 21">
              <a:extLst>
                <a:ext uri="{FF2B5EF4-FFF2-40B4-BE49-F238E27FC236}">
                  <a16:creationId xmlns:a16="http://schemas.microsoft.com/office/drawing/2014/main" id="{A58BCA83-B322-B1BE-13E5-4AB91CF9EF60}"/>
                </a:ext>
              </a:extLst>
            </p:cNvPr>
            <p:cNvSpPr/>
            <p:nvPr userDrawn="1"/>
          </p:nvSpPr>
          <p:spPr>
            <a:xfrm>
              <a:off x="999934" y="1458835"/>
              <a:ext cx="242674" cy="226800"/>
            </a:xfrm>
            <a:prstGeom prst="roundRect">
              <a:avLst/>
            </a:prstGeom>
            <a:solidFill>
              <a:srgbClr val="E9B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586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808586A2-AC4D-34C4-D7E7-A64AA04E1E1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CC8D9FA6-D761-2C8F-671A-7D646FE8DD3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52883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C7BAE5C9-0477-18EB-375D-ED1C84E78AC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24065" y="3352960"/>
            <a:ext cx="10444830" cy="30003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B995796B-638E-342E-AAFC-0F319D54A540}"/>
              </a:ext>
            </a:extLst>
          </p:cNvPr>
          <p:cNvSpPr/>
          <p:nvPr userDrawn="1"/>
        </p:nvSpPr>
        <p:spPr>
          <a:xfrm>
            <a:off x="1224064" y="1340065"/>
            <a:ext cx="10967936" cy="1780822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4" y="0"/>
                </a:moveTo>
                <a:lnTo>
                  <a:pt x="0" y="0"/>
                </a:lnTo>
                <a:lnTo>
                  <a:pt x="0" y="4439899"/>
                </a:lnTo>
                <a:lnTo>
                  <a:pt x="3097634" y="4439899"/>
                </a:lnTo>
                <a:lnTo>
                  <a:pt x="3097634" y="0"/>
                </a:lnTo>
                <a:close/>
              </a:path>
            </a:pathLst>
          </a:custGeom>
          <a:solidFill>
            <a:srgbClr val="F4DBC8"/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8143BE9-5F6D-8071-AB04-5972B476153D}"/>
              </a:ext>
            </a:extLst>
          </p:cNvPr>
          <p:cNvSpPr/>
          <p:nvPr userDrawn="1"/>
        </p:nvSpPr>
        <p:spPr>
          <a:xfrm rot="2700000">
            <a:off x="999482" y="1661310"/>
            <a:ext cx="366419" cy="195283"/>
          </a:xfrm>
          <a:prstGeom prst="triangle">
            <a:avLst/>
          </a:prstGeom>
          <a:solidFill>
            <a:srgbClr val="CF51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06ABC1-975C-01F1-D163-66B353511DF1}"/>
              </a:ext>
            </a:extLst>
          </p:cNvPr>
          <p:cNvSpPr/>
          <p:nvPr userDrawn="1"/>
        </p:nvSpPr>
        <p:spPr>
          <a:xfrm>
            <a:off x="984102" y="1262270"/>
            <a:ext cx="2017643" cy="437321"/>
          </a:xfrm>
          <a:prstGeom prst="rect">
            <a:avLst/>
          </a:prstGeom>
          <a:solidFill>
            <a:srgbClr val="E4BC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612BD7E4-A973-3275-E018-D4CEE223FD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100" y="1301168"/>
            <a:ext cx="2017646" cy="2980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2" name="Content Placeholder 105">
            <a:extLst>
              <a:ext uri="{FF2B5EF4-FFF2-40B4-BE49-F238E27FC236}">
                <a16:creationId xmlns:a16="http://schemas.microsoft.com/office/drawing/2014/main" id="{3B403A97-D19B-FD48-DF8F-3B1ADA29A61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224063" y="3120888"/>
            <a:ext cx="10444830" cy="220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6" name="Content Placeholder 105">
            <a:extLst>
              <a:ext uri="{FF2B5EF4-FFF2-40B4-BE49-F238E27FC236}">
                <a16:creationId xmlns:a16="http://schemas.microsoft.com/office/drawing/2014/main" id="{4E21E371-EEC7-17CE-DD5F-A9634F11222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A72D3F6-4379-1688-0609-9303F08C1C9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495040" y="1712775"/>
            <a:ext cx="3632200" cy="1396335"/>
          </a:xfrm>
          <a:prstGeom prst="rect">
            <a:avLst/>
          </a:prstGeom>
        </p:spPr>
        <p:txBody>
          <a:bodyPr/>
          <a:lstStyle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8BE6BE4-1FCE-0889-AC6F-D1280CA1831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36693" y="1700998"/>
            <a:ext cx="3632200" cy="1408112"/>
          </a:xfrm>
          <a:prstGeom prst="rect">
            <a:avLst/>
          </a:prstGeom>
        </p:spPr>
        <p:txBody>
          <a:bodyPr/>
          <a:lstStyle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8E43A5A-292E-F870-4460-9C9F41F7878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95040" y="1339850"/>
            <a:ext cx="3632200" cy="347663"/>
          </a:xfrm>
          <a:prstGeom prst="rect">
            <a:avLst/>
          </a:prstGeom>
        </p:spPr>
        <p:txBody>
          <a:bodyPr/>
          <a:lstStyle>
            <a:lvl2pPr marL="457200" indent="0">
              <a:buNone/>
              <a:defRPr/>
            </a:lvl2pPr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C8E57D5-8238-4629-9BE0-CD06048B9CD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036693" y="1326954"/>
            <a:ext cx="3632200" cy="347663"/>
          </a:xfrm>
          <a:prstGeom prst="rect">
            <a:avLst/>
          </a:prstGeom>
        </p:spPr>
        <p:txBody>
          <a:bodyPr/>
          <a:lstStyle>
            <a:lvl2pPr marL="457200" indent="0">
              <a:buNone/>
              <a:defRPr/>
            </a:lvl2pPr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89AE518C-6A26-6C00-EE16-442357F1C88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94020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5" name="Rectangle: Rounded Corners 20">
            <a:extLst>
              <a:ext uri="{FF2B5EF4-FFF2-40B4-BE49-F238E27FC236}">
                <a16:creationId xmlns:a16="http://schemas.microsoft.com/office/drawing/2014/main" id="{01023DC2-9D25-534F-05EF-DDA7127EAC60}"/>
              </a:ext>
            </a:extLst>
          </p:cNvPr>
          <p:cNvSpPr/>
          <p:nvPr userDrawn="1"/>
        </p:nvSpPr>
        <p:spPr>
          <a:xfrm>
            <a:off x="972245" y="1390285"/>
            <a:ext cx="230754" cy="21241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Rectangle: Rounded Corners 21">
            <a:extLst>
              <a:ext uri="{FF2B5EF4-FFF2-40B4-BE49-F238E27FC236}">
                <a16:creationId xmlns:a16="http://schemas.microsoft.com/office/drawing/2014/main" id="{CFEFFD30-06FE-FA18-4A9B-A9DC18C2D3B0}"/>
              </a:ext>
            </a:extLst>
          </p:cNvPr>
          <p:cNvSpPr/>
          <p:nvPr userDrawn="1"/>
        </p:nvSpPr>
        <p:spPr>
          <a:xfrm>
            <a:off x="999934" y="1417000"/>
            <a:ext cx="242674" cy="2268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Rectangle: Rounded Corners 20">
            <a:extLst>
              <a:ext uri="{FF2B5EF4-FFF2-40B4-BE49-F238E27FC236}">
                <a16:creationId xmlns:a16="http://schemas.microsoft.com/office/drawing/2014/main" id="{B8C4EBC0-E0FF-81AD-2115-D761BE6719A4}"/>
              </a:ext>
            </a:extLst>
          </p:cNvPr>
          <p:cNvSpPr/>
          <p:nvPr userDrawn="1"/>
        </p:nvSpPr>
        <p:spPr>
          <a:xfrm>
            <a:off x="6475164" y="1390285"/>
            <a:ext cx="230754" cy="21241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ectangle: Rounded Corners 21">
            <a:extLst>
              <a:ext uri="{FF2B5EF4-FFF2-40B4-BE49-F238E27FC236}">
                <a16:creationId xmlns:a16="http://schemas.microsoft.com/office/drawing/2014/main" id="{D9728D69-C070-FABD-BA44-96CFD02A6769}"/>
              </a:ext>
            </a:extLst>
          </p:cNvPr>
          <p:cNvSpPr/>
          <p:nvPr userDrawn="1"/>
        </p:nvSpPr>
        <p:spPr>
          <a:xfrm>
            <a:off x="6502853" y="1417000"/>
            <a:ext cx="242674" cy="2268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33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4190618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8" name="Espaço Reservado para Gráfico 41">
            <a:extLst>
              <a:ext uri="{FF2B5EF4-FFF2-40B4-BE49-F238E27FC236}">
                <a16:creationId xmlns:a16="http://schemas.microsoft.com/office/drawing/2014/main" id="{8C365E9E-4DF9-C6D7-DA09-AE0D1D9A1A3A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224182" y="1938707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9" name="Espaço Reservado para Texto 13">
            <a:extLst>
              <a:ext uri="{FF2B5EF4-FFF2-40B4-BE49-F238E27FC236}">
                <a16:creationId xmlns:a16="http://schemas.microsoft.com/office/drawing/2014/main" id="{915E9B79-35E4-94D0-AD46-3C6512FA7D6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24182" y="3932344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4D142B-FDA1-0C76-AB28-D5DC5023A6C6}"/>
              </a:ext>
            </a:extLst>
          </p:cNvPr>
          <p:cNvGrpSpPr/>
          <p:nvPr userDrawn="1"/>
        </p:nvGrpSpPr>
        <p:grpSpPr>
          <a:xfrm>
            <a:off x="972245" y="1390285"/>
            <a:ext cx="270363" cy="253515"/>
            <a:chOff x="972245" y="1432120"/>
            <a:chExt cx="270363" cy="253515"/>
          </a:xfrm>
        </p:grpSpPr>
        <p:sp>
          <p:nvSpPr>
            <p:cNvPr id="5" name="Rectangle: Rounded Corners 20">
              <a:extLst>
                <a:ext uri="{FF2B5EF4-FFF2-40B4-BE49-F238E27FC236}">
                  <a16:creationId xmlns:a16="http://schemas.microsoft.com/office/drawing/2014/main" id="{37403D2E-529B-6309-5C87-F15AFC1E90CA}"/>
                </a:ext>
              </a:extLst>
            </p:cNvPr>
            <p:cNvSpPr/>
            <p:nvPr userDrawn="1"/>
          </p:nvSpPr>
          <p:spPr>
            <a:xfrm>
              <a:off x="972245" y="1432120"/>
              <a:ext cx="230754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E9BC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" name="Rectangle: Rounded Corners 21">
              <a:extLst>
                <a:ext uri="{FF2B5EF4-FFF2-40B4-BE49-F238E27FC236}">
                  <a16:creationId xmlns:a16="http://schemas.microsoft.com/office/drawing/2014/main" id="{7DB9CC5D-B95A-3B01-1224-4F3A8DFC9F38}"/>
                </a:ext>
              </a:extLst>
            </p:cNvPr>
            <p:cNvSpPr/>
            <p:nvPr userDrawn="1"/>
          </p:nvSpPr>
          <p:spPr>
            <a:xfrm>
              <a:off x="999934" y="1458835"/>
              <a:ext cx="242674" cy="226800"/>
            </a:xfrm>
            <a:prstGeom prst="roundRect">
              <a:avLst/>
            </a:prstGeom>
            <a:solidFill>
              <a:srgbClr val="E9B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1B9515F-2F5B-C9D2-17DE-5E0619980397}"/>
              </a:ext>
            </a:extLst>
          </p:cNvPr>
          <p:cNvGrpSpPr/>
          <p:nvPr userDrawn="1"/>
        </p:nvGrpSpPr>
        <p:grpSpPr>
          <a:xfrm>
            <a:off x="6475164" y="1390285"/>
            <a:ext cx="270363" cy="253515"/>
            <a:chOff x="972245" y="1432120"/>
            <a:chExt cx="270363" cy="253515"/>
          </a:xfrm>
        </p:grpSpPr>
        <p:sp>
          <p:nvSpPr>
            <p:cNvPr id="8" name="Rectangle: Rounded Corners 20">
              <a:extLst>
                <a:ext uri="{FF2B5EF4-FFF2-40B4-BE49-F238E27FC236}">
                  <a16:creationId xmlns:a16="http://schemas.microsoft.com/office/drawing/2014/main" id="{5AC91D09-9C7E-62A6-5908-C73B990898D7}"/>
                </a:ext>
              </a:extLst>
            </p:cNvPr>
            <p:cNvSpPr/>
            <p:nvPr userDrawn="1"/>
          </p:nvSpPr>
          <p:spPr>
            <a:xfrm>
              <a:off x="972245" y="1432120"/>
              <a:ext cx="230754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E9BC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Rectangle: Rounded Corners 21">
              <a:extLst>
                <a:ext uri="{FF2B5EF4-FFF2-40B4-BE49-F238E27FC236}">
                  <a16:creationId xmlns:a16="http://schemas.microsoft.com/office/drawing/2014/main" id="{B5E68915-AA27-F2E0-F92A-7B10BD26264C}"/>
                </a:ext>
              </a:extLst>
            </p:cNvPr>
            <p:cNvSpPr/>
            <p:nvPr userDrawn="1"/>
          </p:nvSpPr>
          <p:spPr>
            <a:xfrm>
              <a:off x="999934" y="1458835"/>
              <a:ext cx="242674" cy="226800"/>
            </a:xfrm>
            <a:prstGeom prst="roundRect">
              <a:avLst/>
            </a:prstGeom>
            <a:solidFill>
              <a:srgbClr val="E9B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679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2999" y="394821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4D3E78-8242-1614-1B64-C91A2670520B}"/>
              </a:ext>
            </a:extLst>
          </p:cNvPr>
          <p:cNvGrpSpPr/>
          <p:nvPr userDrawn="1"/>
        </p:nvGrpSpPr>
        <p:grpSpPr>
          <a:xfrm>
            <a:off x="972245" y="1390285"/>
            <a:ext cx="270363" cy="253515"/>
            <a:chOff x="972245" y="1432120"/>
            <a:chExt cx="270363" cy="253515"/>
          </a:xfrm>
        </p:grpSpPr>
        <p:sp>
          <p:nvSpPr>
            <p:cNvPr id="3" name="Rectangle: Rounded Corners 20">
              <a:extLst>
                <a:ext uri="{FF2B5EF4-FFF2-40B4-BE49-F238E27FC236}">
                  <a16:creationId xmlns:a16="http://schemas.microsoft.com/office/drawing/2014/main" id="{C659F6CB-B1E2-E7B5-587C-22B8018303B9}"/>
                </a:ext>
              </a:extLst>
            </p:cNvPr>
            <p:cNvSpPr/>
            <p:nvPr userDrawn="1"/>
          </p:nvSpPr>
          <p:spPr>
            <a:xfrm>
              <a:off x="972245" y="1432120"/>
              <a:ext cx="230754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E9BC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" name="Rectangle: Rounded Corners 21">
              <a:extLst>
                <a:ext uri="{FF2B5EF4-FFF2-40B4-BE49-F238E27FC236}">
                  <a16:creationId xmlns:a16="http://schemas.microsoft.com/office/drawing/2014/main" id="{6AE4A3C7-3315-D9B6-7F60-E3186B48F853}"/>
                </a:ext>
              </a:extLst>
            </p:cNvPr>
            <p:cNvSpPr/>
            <p:nvPr userDrawn="1"/>
          </p:nvSpPr>
          <p:spPr>
            <a:xfrm>
              <a:off x="999934" y="1458835"/>
              <a:ext cx="242674" cy="226800"/>
            </a:xfrm>
            <a:prstGeom prst="roundRect">
              <a:avLst/>
            </a:prstGeom>
            <a:solidFill>
              <a:srgbClr val="E9B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B860DE1-2FF7-A832-1817-92BB25FC0000}"/>
              </a:ext>
            </a:extLst>
          </p:cNvPr>
          <p:cNvGrpSpPr/>
          <p:nvPr userDrawn="1"/>
        </p:nvGrpSpPr>
        <p:grpSpPr>
          <a:xfrm>
            <a:off x="6475164" y="1390285"/>
            <a:ext cx="270363" cy="253515"/>
            <a:chOff x="972245" y="1432120"/>
            <a:chExt cx="270363" cy="253515"/>
          </a:xfrm>
        </p:grpSpPr>
        <p:sp>
          <p:nvSpPr>
            <p:cNvPr id="7" name="Rectangle: Rounded Corners 20">
              <a:extLst>
                <a:ext uri="{FF2B5EF4-FFF2-40B4-BE49-F238E27FC236}">
                  <a16:creationId xmlns:a16="http://schemas.microsoft.com/office/drawing/2014/main" id="{267BEDCB-8659-DE66-9C74-DC05982C6287}"/>
                </a:ext>
              </a:extLst>
            </p:cNvPr>
            <p:cNvSpPr/>
            <p:nvPr userDrawn="1"/>
          </p:nvSpPr>
          <p:spPr>
            <a:xfrm>
              <a:off x="972245" y="1432120"/>
              <a:ext cx="230754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E9BC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Rectangle: Rounded Corners 21">
              <a:extLst>
                <a:ext uri="{FF2B5EF4-FFF2-40B4-BE49-F238E27FC236}">
                  <a16:creationId xmlns:a16="http://schemas.microsoft.com/office/drawing/2014/main" id="{D7442BD1-49F4-3A1D-6B5F-A7D95E43FC71}"/>
                </a:ext>
              </a:extLst>
            </p:cNvPr>
            <p:cNvSpPr/>
            <p:nvPr userDrawn="1"/>
          </p:nvSpPr>
          <p:spPr>
            <a:xfrm>
              <a:off x="999934" y="1458835"/>
              <a:ext cx="242674" cy="226800"/>
            </a:xfrm>
            <a:prstGeom prst="roundRect">
              <a:avLst/>
            </a:prstGeom>
            <a:solidFill>
              <a:srgbClr val="E9B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9224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4">
            <a:extLst>
              <a:ext uri="{FF2B5EF4-FFF2-40B4-BE49-F238E27FC236}">
                <a16:creationId xmlns:a16="http://schemas.microsoft.com/office/drawing/2014/main" id="{E08B9058-5A02-0886-9622-95F5C3B6A53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486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36034069-5787-E025-48DE-72237FED77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486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15" name="Espaço Reservado para Gráfico 41">
            <a:extLst>
              <a:ext uri="{FF2B5EF4-FFF2-40B4-BE49-F238E27FC236}">
                <a16:creationId xmlns:a16="http://schemas.microsoft.com/office/drawing/2014/main" id="{5148984B-39E6-0E19-63AC-F3AD704D1937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6748682" y="4190618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16" name="Espaço Reservado para Gráfico 41">
            <a:extLst>
              <a:ext uri="{FF2B5EF4-FFF2-40B4-BE49-F238E27FC236}">
                <a16:creationId xmlns:a16="http://schemas.microsoft.com/office/drawing/2014/main" id="{2DA44DC1-D93A-1B3B-E3A5-CAD9CBEEF32F}"/>
              </a:ext>
            </a:extLst>
          </p:cNvPr>
          <p:cNvSpPr>
            <a:spLocks noGrp="1"/>
          </p:cNvSpPr>
          <p:nvPr>
            <p:ph type="chart" sz="quarter" idx="31"/>
          </p:nvPr>
        </p:nvSpPr>
        <p:spPr>
          <a:xfrm>
            <a:off x="6748682" y="1938707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8C0BAC6C-9985-A7F9-4FA7-C0D835837A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48682" y="3932344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C727CB-3DDF-1B6D-5687-979FF361A9F7}"/>
              </a:ext>
            </a:extLst>
          </p:cNvPr>
          <p:cNvGrpSpPr/>
          <p:nvPr userDrawn="1"/>
        </p:nvGrpSpPr>
        <p:grpSpPr>
          <a:xfrm>
            <a:off x="972245" y="1390285"/>
            <a:ext cx="270363" cy="253515"/>
            <a:chOff x="972245" y="1432120"/>
            <a:chExt cx="270363" cy="253515"/>
          </a:xfrm>
        </p:grpSpPr>
        <p:sp>
          <p:nvSpPr>
            <p:cNvPr id="11" name="Rectangle: Rounded Corners 20">
              <a:extLst>
                <a:ext uri="{FF2B5EF4-FFF2-40B4-BE49-F238E27FC236}">
                  <a16:creationId xmlns:a16="http://schemas.microsoft.com/office/drawing/2014/main" id="{5B9CE1A7-3FEA-8AFD-3E70-6BB16D7EA122}"/>
                </a:ext>
              </a:extLst>
            </p:cNvPr>
            <p:cNvSpPr/>
            <p:nvPr userDrawn="1"/>
          </p:nvSpPr>
          <p:spPr>
            <a:xfrm>
              <a:off x="972245" y="1432120"/>
              <a:ext cx="230754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E9BC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Rectangle: Rounded Corners 21">
              <a:extLst>
                <a:ext uri="{FF2B5EF4-FFF2-40B4-BE49-F238E27FC236}">
                  <a16:creationId xmlns:a16="http://schemas.microsoft.com/office/drawing/2014/main" id="{D9265F89-782A-7F15-5E50-77853F40DC17}"/>
                </a:ext>
              </a:extLst>
            </p:cNvPr>
            <p:cNvSpPr/>
            <p:nvPr userDrawn="1"/>
          </p:nvSpPr>
          <p:spPr>
            <a:xfrm>
              <a:off x="999934" y="1458835"/>
              <a:ext cx="242674" cy="226800"/>
            </a:xfrm>
            <a:prstGeom prst="roundRect">
              <a:avLst/>
            </a:prstGeom>
            <a:solidFill>
              <a:srgbClr val="E9B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4BB506-78C4-C0F4-AAB0-E7E00E86F6AC}"/>
              </a:ext>
            </a:extLst>
          </p:cNvPr>
          <p:cNvGrpSpPr/>
          <p:nvPr userDrawn="1"/>
        </p:nvGrpSpPr>
        <p:grpSpPr>
          <a:xfrm>
            <a:off x="6475164" y="1390285"/>
            <a:ext cx="270363" cy="253515"/>
            <a:chOff x="972245" y="1432120"/>
            <a:chExt cx="270363" cy="253515"/>
          </a:xfrm>
        </p:grpSpPr>
        <p:sp>
          <p:nvSpPr>
            <p:cNvPr id="28" name="Rectangle: Rounded Corners 20">
              <a:extLst>
                <a:ext uri="{FF2B5EF4-FFF2-40B4-BE49-F238E27FC236}">
                  <a16:creationId xmlns:a16="http://schemas.microsoft.com/office/drawing/2014/main" id="{1A987356-C332-B33A-328B-BD11D97AACE0}"/>
                </a:ext>
              </a:extLst>
            </p:cNvPr>
            <p:cNvSpPr/>
            <p:nvPr userDrawn="1"/>
          </p:nvSpPr>
          <p:spPr>
            <a:xfrm>
              <a:off x="972245" y="1432120"/>
              <a:ext cx="230754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E9BC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Rectangle: Rounded Corners 21">
              <a:extLst>
                <a:ext uri="{FF2B5EF4-FFF2-40B4-BE49-F238E27FC236}">
                  <a16:creationId xmlns:a16="http://schemas.microsoft.com/office/drawing/2014/main" id="{9A07776C-3998-D2D1-1687-4EEA2685A246}"/>
                </a:ext>
              </a:extLst>
            </p:cNvPr>
            <p:cNvSpPr/>
            <p:nvPr userDrawn="1"/>
          </p:nvSpPr>
          <p:spPr>
            <a:xfrm>
              <a:off x="999934" y="1458835"/>
              <a:ext cx="242674" cy="226800"/>
            </a:xfrm>
            <a:prstGeom prst="roundRect">
              <a:avLst/>
            </a:prstGeom>
            <a:solidFill>
              <a:srgbClr val="E9BC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327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51">
            <a:extLst>
              <a:ext uri="{FF2B5EF4-FFF2-40B4-BE49-F238E27FC236}">
                <a16:creationId xmlns:a16="http://schemas.microsoft.com/office/drawing/2014/main" id="{AD25A820-BCEA-C009-9D50-3059A8A6F0B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821767" y="2277041"/>
            <a:ext cx="5122354" cy="40762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25" name="Text Placeholder 46">
            <a:extLst>
              <a:ext uri="{FF2B5EF4-FFF2-40B4-BE49-F238E27FC236}">
                <a16:creationId xmlns:a16="http://schemas.microsoft.com/office/drawing/2014/main" id="{8970FFDC-D307-68CF-E4CC-EE4C5354EC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811" y="1405530"/>
            <a:ext cx="5121310" cy="5518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149C463D-5DDF-8F99-41DB-220114FAC1A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21767" y="1978936"/>
            <a:ext cx="5121440" cy="2765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9A1B5B4-9DDF-73FE-F1BE-83B591BE3311}"/>
              </a:ext>
            </a:extLst>
          </p:cNvPr>
          <p:cNvGrpSpPr/>
          <p:nvPr userDrawn="1"/>
        </p:nvGrpSpPr>
        <p:grpSpPr>
          <a:xfrm>
            <a:off x="6567359" y="1389478"/>
            <a:ext cx="228670" cy="266180"/>
            <a:chOff x="412911" y="1273876"/>
            <a:chExt cx="228670" cy="26618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841AFF5-0431-1396-7CC4-193987C8C72C}"/>
                </a:ext>
              </a:extLst>
            </p:cNvPr>
            <p:cNvSpPr/>
            <p:nvPr userDrawn="1"/>
          </p:nvSpPr>
          <p:spPr>
            <a:xfrm>
              <a:off x="412911" y="1273876"/>
              <a:ext cx="206526" cy="207096"/>
            </a:xfrm>
            <a:prstGeom prst="roundRect">
              <a:avLst/>
            </a:prstGeom>
            <a:noFill/>
            <a:ln>
              <a:solidFill>
                <a:srgbClr val="2863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252CF02-2F78-5E57-87F4-2F5EF79306AD}"/>
                </a:ext>
              </a:extLst>
            </p:cNvPr>
            <p:cNvSpPr/>
            <p:nvPr userDrawn="1"/>
          </p:nvSpPr>
          <p:spPr>
            <a:xfrm>
              <a:off x="435055" y="1332960"/>
              <a:ext cx="206526" cy="207096"/>
            </a:xfrm>
            <a:prstGeom prst="roundRect">
              <a:avLst/>
            </a:prstGeom>
            <a:solidFill>
              <a:srgbClr val="28637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CF78DB-EE55-8DA3-BB04-32471AD3FAAF}"/>
              </a:ext>
            </a:extLst>
          </p:cNvPr>
          <p:cNvSpPr/>
          <p:nvPr userDrawn="1"/>
        </p:nvSpPr>
        <p:spPr>
          <a:xfrm>
            <a:off x="5002960" y="1219705"/>
            <a:ext cx="6937854" cy="5204866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 Placeholder 27">
            <a:extLst>
              <a:ext uri="{FF2B5EF4-FFF2-40B4-BE49-F238E27FC236}">
                <a16:creationId xmlns:a16="http://schemas.microsoft.com/office/drawing/2014/main" id="{193822CD-0069-2C07-7A51-2D0960CF69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09098" y="1594674"/>
            <a:ext cx="3281750" cy="26816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Subtítulo Gráfico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941A696C-38B9-46DB-A176-91127E2246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09099" y="1347502"/>
            <a:ext cx="3281748" cy="24328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Título Gráfico</a:t>
            </a:r>
          </a:p>
        </p:txBody>
      </p:sp>
      <p:sp>
        <p:nvSpPr>
          <p:cNvPr id="11" name="Chart Placeholder 34">
            <a:extLst>
              <a:ext uri="{FF2B5EF4-FFF2-40B4-BE49-F238E27FC236}">
                <a16:creationId xmlns:a16="http://schemas.microsoft.com/office/drawing/2014/main" id="{FC6A16F5-CFBA-E5FE-6300-E51645C09597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5009098" y="1835002"/>
            <a:ext cx="3281750" cy="4518288"/>
          </a:xfrm>
          <a:prstGeom prst="rect">
            <a:avLst/>
          </a:prstGeom>
          <a:noFill/>
        </p:spPr>
        <p:txBody>
          <a:bodyPr/>
          <a:lstStyle/>
          <a:p>
            <a:endParaRPr lang="pt-BR"/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063386E0-8EFA-3335-74C0-C82F38E99F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59065" y="1594674"/>
            <a:ext cx="3281750" cy="26816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Subtítulo Gráfico</a:t>
            </a:r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5A1DD368-03FC-448E-658E-1A32589DCC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659066" y="1347502"/>
            <a:ext cx="3281748" cy="24328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Título Gráfico</a:t>
            </a:r>
          </a:p>
        </p:txBody>
      </p:sp>
      <p:sp>
        <p:nvSpPr>
          <p:cNvPr id="21" name="Chart Placeholder 34">
            <a:extLst>
              <a:ext uri="{FF2B5EF4-FFF2-40B4-BE49-F238E27FC236}">
                <a16:creationId xmlns:a16="http://schemas.microsoft.com/office/drawing/2014/main" id="{93243B26-D51A-D51F-B2B4-2448B2B59CBE}"/>
              </a:ext>
            </a:extLst>
          </p:cNvPr>
          <p:cNvSpPr>
            <a:spLocks noGrp="1"/>
          </p:cNvSpPr>
          <p:nvPr>
            <p:ph type="chart" sz="quarter" idx="33"/>
          </p:nvPr>
        </p:nvSpPr>
        <p:spPr>
          <a:xfrm>
            <a:off x="8659065" y="1835002"/>
            <a:ext cx="3281750" cy="451828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E9848056-6F10-7606-9EDC-CB38CD1C5C2D}"/>
              </a:ext>
            </a:extLst>
          </p:cNvPr>
          <p:cNvSpPr/>
          <p:nvPr userDrawn="1"/>
        </p:nvSpPr>
        <p:spPr>
          <a:xfrm rot="16200000">
            <a:off x="1121352" y="2245886"/>
            <a:ext cx="490798" cy="429969"/>
          </a:xfrm>
          <a:custGeom>
            <a:avLst/>
            <a:gdLst/>
            <a:ahLst/>
            <a:cxnLst/>
            <a:rect l="l" t="t" r="r" b="b"/>
            <a:pathLst>
              <a:path w="622300" h="608329">
                <a:moveTo>
                  <a:pt x="621792" y="0"/>
                </a:moveTo>
                <a:lnTo>
                  <a:pt x="310896" y="304037"/>
                </a:lnTo>
                <a:lnTo>
                  <a:pt x="0" y="0"/>
                </a:lnTo>
                <a:lnTo>
                  <a:pt x="0" y="304037"/>
                </a:lnTo>
                <a:lnTo>
                  <a:pt x="310896" y="608075"/>
                </a:lnTo>
                <a:lnTo>
                  <a:pt x="621792" y="304037"/>
                </a:lnTo>
                <a:lnTo>
                  <a:pt x="621792" y="0"/>
                </a:lnTo>
                <a:close/>
              </a:path>
            </a:pathLst>
          </a:custGeom>
          <a:solidFill>
            <a:srgbClr val="DAB5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EDE23AA0-8200-4AF0-5C7C-7AA8C684D61F}"/>
              </a:ext>
            </a:extLst>
          </p:cNvPr>
          <p:cNvSpPr/>
          <p:nvPr userDrawn="1"/>
        </p:nvSpPr>
        <p:spPr>
          <a:xfrm rot="16200000">
            <a:off x="1098646" y="3615932"/>
            <a:ext cx="490798" cy="429969"/>
          </a:xfrm>
          <a:custGeom>
            <a:avLst/>
            <a:gdLst/>
            <a:ahLst/>
            <a:cxnLst/>
            <a:rect l="l" t="t" r="r" b="b"/>
            <a:pathLst>
              <a:path w="622300" h="608329">
                <a:moveTo>
                  <a:pt x="621792" y="0"/>
                </a:moveTo>
                <a:lnTo>
                  <a:pt x="310896" y="304037"/>
                </a:lnTo>
                <a:lnTo>
                  <a:pt x="0" y="0"/>
                </a:lnTo>
                <a:lnTo>
                  <a:pt x="0" y="304037"/>
                </a:lnTo>
                <a:lnTo>
                  <a:pt x="310896" y="608075"/>
                </a:lnTo>
                <a:lnTo>
                  <a:pt x="621792" y="304037"/>
                </a:lnTo>
                <a:lnTo>
                  <a:pt x="621792" y="0"/>
                </a:lnTo>
                <a:close/>
              </a:path>
            </a:pathLst>
          </a:custGeom>
          <a:solidFill>
            <a:srgbClr val="DAB5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7E40D657-ACD2-A09E-51E9-13953B89ED47}"/>
              </a:ext>
            </a:extLst>
          </p:cNvPr>
          <p:cNvSpPr/>
          <p:nvPr userDrawn="1"/>
        </p:nvSpPr>
        <p:spPr>
          <a:xfrm rot="16200000">
            <a:off x="1085208" y="4985978"/>
            <a:ext cx="490798" cy="429969"/>
          </a:xfrm>
          <a:custGeom>
            <a:avLst/>
            <a:gdLst/>
            <a:ahLst/>
            <a:cxnLst/>
            <a:rect l="l" t="t" r="r" b="b"/>
            <a:pathLst>
              <a:path w="622300" h="608329">
                <a:moveTo>
                  <a:pt x="621792" y="0"/>
                </a:moveTo>
                <a:lnTo>
                  <a:pt x="310896" y="304037"/>
                </a:lnTo>
                <a:lnTo>
                  <a:pt x="0" y="0"/>
                </a:lnTo>
                <a:lnTo>
                  <a:pt x="0" y="304037"/>
                </a:lnTo>
                <a:lnTo>
                  <a:pt x="310896" y="608075"/>
                </a:lnTo>
                <a:lnTo>
                  <a:pt x="621792" y="304037"/>
                </a:lnTo>
                <a:lnTo>
                  <a:pt x="621792" y="0"/>
                </a:lnTo>
                <a:close/>
              </a:path>
            </a:pathLst>
          </a:custGeom>
          <a:solidFill>
            <a:srgbClr val="DAB5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601D9038-A523-714A-8F4D-E20AE62593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10603" y="2215473"/>
            <a:ext cx="2476765" cy="490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9DA52D8A-8871-FA9C-8DBD-001F4D7D92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10603" y="3585518"/>
            <a:ext cx="2459955" cy="490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31" name="Text Placeholder 33">
            <a:extLst>
              <a:ext uri="{FF2B5EF4-FFF2-40B4-BE49-F238E27FC236}">
                <a16:creationId xmlns:a16="http://schemas.microsoft.com/office/drawing/2014/main" id="{6F7318B6-F77E-6335-D3CA-ACEDADC03C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10603" y="4955563"/>
            <a:ext cx="2459955" cy="490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5" name="Content Placeholder 105">
            <a:extLst>
              <a:ext uri="{FF2B5EF4-FFF2-40B4-BE49-F238E27FC236}">
                <a16:creationId xmlns:a16="http://schemas.microsoft.com/office/drawing/2014/main" id="{4CD18D42-253F-1601-25DC-F2A93333A8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10" name="object 25">
            <a:extLst>
              <a:ext uri="{FF2B5EF4-FFF2-40B4-BE49-F238E27FC236}">
                <a16:creationId xmlns:a16="http://schemas.microsoft.com/office/drawing/2014/main" id="{95FFB289-DDFA-96CB-47EE-B6F9327BF5C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36984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0434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1">
            <a:extLst>
              <a:ext uri="{FF2B5EF4-FFF2-40B4-BE49-F238E27FC236}">
                <a16:creationId xmlns:a16="http://schemas.microsoft.com/office/drawing/2014/main" id="{5C0A5F20-C780-E452-A44B-FF21E82B1517}"/>
              </a:ext>
            </a:extLst>
          </p:cNvPr>
          <p:cNvSpPr/>
          <p:nvPr userDrawn="1"/>
        </p:nvSpPr>
        <p:spPr>
          <a:xfrm>
            <a:off x="1103680" y="1481034"/>
            <a:ext cx="3086717" cy="4819064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287494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4287494"/>
                </a:lnTo>
                <a:lnTo>
                  <a:pt x="3097631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effectLst>
            <a:outerShdw blurRad="50800" dist="50800" dir="2700000" algn="ctr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160176D8-E310-360A-091C-F55E64D1F011}"/>
              </a:ext>
            </a:extLst>
          </p:cNvPr>
          <p:cNvSpPr/>
          <p:nvPr userDrawn="1"/>
        </p:nvSpPr>
        <p:spPr>
          <a:xfrm>
            <a:off x="1017979" y="1340064"/>
            <a:ext cx="3098165" cy="4916949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4" y="0"/>
                </a:moveTo>
                <a:lnTo>
                  <a:pt x="0" y="0"/>
                </a:lnTo>
                <a:lnTo>
                  <a:pt x="0" y="4439899"/>
                </a:lnTo>
                <a:lnTo>
                  <a:pt x="3097634" y="4439899"/>
                </a:lnTo>
                <a:lnTo>
                  <a:pt x="3097634" y="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46B32977-EA3A-706D-4535-FD26B53AF552}"/>
              </a:ext>
            </a:extLst>
          </p:cNvPr>
          <p:cNvSpPr/>
          <p:nvPr userDrawn="1"/>
        </p:nvSpPr>
        <p:spPr>
          <a:xfrm>
            <a:off x="4859104" y="1471449"/>
            <a:ext cx="3086717" cy="4828648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44" y="0"/>
                </a:moveTo>
                <a:lnTo>
                  <a:pt x="0" y="0"/>
                </a:lnTo>
                <a:lnTo>
                  <a:pt x="0" y="4297311"/>
                </a:lnTo>
                <a:lnTo>
                  <a:pt x="0" y="4439882"/>
                </a:lnTo>
                <a:lnTo>
                  <a:pt x="3097644" y="4439882"/>
                </a:lnTo>
                <a:lnTo>
                  <a:pt x="3097644" y="4297311"/>
                </a:lnTo>
                <a:lnTo>
                  <a:pt x="3097644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effectLst>
            <a:outerShdw blurRad="50800" dist="50800" dir="2700000" algn="ctr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F3784CDC-9ED4-8825-85E7-0589A76FB364}"/>
              </a:ext>
            </a:extLst>
          </p:cNvPr>
          <p:cNvSpPr/>
          <p:nvPr userDrawn="1"/>
        </p:nvSpPr>
        <p:spPr>
          <a:xfrm>
            <a:off x="4763386" y="1340673"/>
            <a:ext cx="3097644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53EDA5F8-98ED-68D0-4DC4-92AAFB539F76}"/>
              </a:ext>
            </a:extLst>
          </p:cNvPr>
          <p:cNvSpPr/>
          <p:nvPr userDrawn="1"/>
        </p:nvSpPr>
        <p:spPr>
          <a:xfrm>
            <a:off x="8640346" y="1471436"/>
            <a:ext cx="3086717" cy="4828648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287494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4287494"/>
                </a:lnTo>
                <a:lnTo>
                  <a:pt x="3097631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effectLst>
            <a:outerShdw blurRad="50800" dist="50800" dir="2700000" algn="ctr" rotWithShape="0">
              <a:srgbClr val="000000">
                <a:alpha val="10000"/>
              </a:srgb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FA029EC7-8B3B-CF7A-A0AB-853474724AD8}"/>
              </a:ext>
            </a:extLst>
          </p:cNvPr>
          <p:cNvSpPr/>
          <p:nvPr userDrawn="1"/>
        </p:nvSpPr>
        <p:spPr>
          <a:xfrm>
            <a:off x="8543731" y="1325395"/>
            <a:ext cx="3098165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439893"/>
                </a:lnTo>
                <a:lnTo>
                  <a:pt x="3097631" y="4439893"/>
                </a:lnTo>
                <a:lnTo>
                  <a:pt x="3097631" y="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3">
            <a:extLst>
              <a:ext uri="{FF2B5EF4-FFF2-40B4-BE49-F238E27FC236}">
                <a16:creationId xmlns:a16="http://schemas.microsoft.com/office/drawing/2014/main" id="{933CE19F-8B50-DA6A-4189-AD9FE66E9185}"/>
              </a:ext>
            </a:extLst>
          </p:cNvPr>
          <p:cNvSpPr/>
          <p:nvPr userDrawn="1"/>
        </p:nvSpPr>
        <p:spPr>
          <a:xfrm>
            <a:off x="1028894" y="1330286"/>
            <a:ext cx="3098165" cy="4449699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0" y="0"/>
                </a:moveTo>
                <a:lnTo>
                  <a:pt x="3097641" y="0"/>
                </a:lnTo>
                <a:lnTo>
                  <a:pt x="3097641" y="4439902"/>
                </a:lnTo>
                <a:lnTo>
                  <a:pt x="0" y="4439902"/>
                </a:lnTo>
                <a:lnTo>
                  <a:pt x="0" y="0"/>
                </a:lnTo>
                <a:close/>
              </a:path>
            </a:pathLst>
          </a:custGeom>
          <a:ln w="2540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Content Placeholder 51">
            <a:extLst>
              <a:ext uri="{FF2B5EF4-FFF2-40B4-BE49-F238E27FC236}">
                <a16:creationId xmlns:a16="http://schemas.microsoft.com/office/drawing/2014/main" id="{1FC17454-DD8C-2EB0-1A75-D89F8ECAB12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42822" y="2177504"/>
            <a:ext cx="3086718" cy="4028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8" name="Text Placeholder 46">
            <a:extLst>
              <a:ext uri="{FF2B5EF4-FFF2-40B4-BE49-F238E27FC236}">
                <a16:creationId xmlns:a16="http://schemas.microsoft.com/office/drawing/2014/main" id="{6DFBD942-BF9C-06F1-CDBE-151248FB45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2822" y="1332960"/>
            <a:ext cx="3086718" cy="550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A37AE468-5E9E-6BDF-7605-407FD725EA6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5851" y="1899276"/>
            <a:ext cx="3086718" cy="263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10" name="Content Placeholder 51">
            <a:extLst>
              <a:ext uri="{FF2B5EF4-FFF2-40B4-BE49-F238E27FC236}">
                <a16:creationId xmlns:a16="http://schemas.microsoft.com/office/drawing/2014/main" id="{F30138C5-D4A2-987F-AA27-F7D950041099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767747" y="2177505"/>
            <a:ext cx="3086718" cy="40316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8A437FCD-1F2C-6901-6C55-33EEA7F709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67747" y="1332960"/>
            <a:ext cx="3086718" cy="550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 dirty="0"/>
              <a:t>A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35AA525C-C3C5-43EC-C85C-6EDD354171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60776" y="1899276"/>
            <a:ext cx="3086718" cy="263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34" name="Text Placeholder 46">
            <a:extLst>
              <a:ext uri="{FF2B5EF4-FFF2-40B4-BE49-F238E27FC236}">
                <a16:creationId xmlns:a16="http://schemas.microsoft.com/office/drawing/2014/main" id="{26ED4285-D7E5-0419-92FB-9B127A57BF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27597" y="1332960"/>
            <a:ext cx="3086718" cy="550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35" name="Text Placeholder 46">
            <a:extLst>
              <a:ext uri="{FF2B5EF4-FFF2-40B4-BE49-F238E27FC236}">
                <a16:creationId xmlns:a16="http://schemas.microsoft.com/office/drawing/2014/main" id="{9B844B39-66EE-648D-C091-4BDF994779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0626" y="1899276"/>
            <a:ext cx="3086718" cy="263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40" name="Content Placeholder 51">
            <a:extLst>
              <a:ext uri="{FF2B5EF4-FFF2-40B4-BE49-F238E27FC236}">
                <a16:creationId xmlns:a16="http://schemas.microsoft.com/office/drawing/2014/main" id="{FF8A4D65-8195-18C6-5C07-FE0A711CEC7C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1027504" y="2152974"/>
            <a:ext cx="3084108" cy="4052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 dirty="0"/>
          </a:p>
        </p:txBody>
      </p:sp>
      <p:sp>
        <p:nvSpPr>
          <p:cNvPr id="7" name="Content Placeholder 105">
            <a:extLst>
              <a:ext uri="{FF2B5EF4-FFF2-40B4-BE49-F238E27FC236}">
                <a16:creationId xmlns:a16="http://schemas.microsoft.com/office/drawing/2014/main" id="{491EE0E7-E0E5-4210-ED6F-C478B7CA680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69F395DF-E996-FEF5-0308-67AEA7D4AD9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36984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09366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131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1">
            <a:extLst>
              <a:ext uri="{FF2B5EF4-FFF2-40B4-BE49-F238E27FC236}">
                <a16:creationId xmlns:a16="http://schemas.microsoft.com/office/drawing/2014/main" id="{0F42DD50-4B8B-9C30-8A8E-6E3A669BEC2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24182" y="1956953"/>
            <a:ext cx="7033993" cy="4227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5" name="Content Placeholder 105">
            <a:extLst>
              <a:ext uri="{FF2B5EF4-FFF2-40B4-BE49-F238E27FC236}">
                <a16:creationId xmlns:a16="http://schemas.microsoft.com/office/drawing/2014/main" id="{E4AA883C-3B27-BE44-53E2-DE7AB33DD10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2" name="object 25">
            <a:extLst>
              <a:ext uri="{FF2B5EF4-FFF2-40B4-BE49-F238E27FC236}">
                <a16:creationId xmlns:a16="http://schemas.microsoft.com/office/drawing/2014/main" id="{251FA787-4CE6-BFDE-E7F5-996F1A8A1A6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0268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3" name="object 19">
            <a:extLst>
              <a:ext uri="{FF2B5EF4-FFF2-40B4-BE49-F238E27FC236}">
                <a16:creationId xmlns:a16="http://schemas.microsoft.com/office/drawing/2014/main" id="{4B87219D-2D9E-176C-6C94-CBB1BD0EB737}"/>
              </a:ext>
            </a:extLst>
          </p:cNvPr>
          <p:cNvSpPr/>
          <p:nvPr userDrawn="1"/>
        </p:nvSpPr>
        <p:spPr>
          <a:xfrm>
            <a:off x="8707047" y="1332960"/>
            <a:ext cx="3217796" cy="4811848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287494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4287494"/>
                </a:lnTo>
                <a:lnTo>
                  <a:pt x="3097631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Group 19">
            <a:extLst>
              <a:ext uri="{FF2B5EF4-FFF2-40B4-BE49-F238E27FC236}">
                <a16:creationId xmlns:a16="http://schemas.microsoft.com/office/drawing/2014/main" id="{E3969559-0E75-F924-257F-DDEDC80D9CFC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16" name="Rectangle: Rounded Corners 20">
              <a:extLst>
                <a:ext uri="{FF2B5EF4-FFF2-40B4-BE49-F238E27FC236}">
                  <a16:creationId xmlns:a16="http://schemas.microsoft.com/office/drawing/2014/main" id="{3A2E33C4-9B7C-2F35-3797-8FD8AA1653F8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Rectangle: Rounded Corners 21">
              <a:extLst>
                <a:ext uri="{FF2B5EF4-FFF2-40B4-BE49-F238E27FC236}">
                  <a16:creationId xmlns:a16="http://schemas.microsoft.com/office/drawing/2014/main" id="{49840AA5-5637-7753-01A1-222E21C9041A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4B2CA09A-ED40-85EF-501F-DF298D052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7033992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19" name="Espaço Reservado para Texto 13">
            <a:extLst>
              <a:ext uri="{FF2B5EF4-FFF2-40B4-BE49-F238E27FC236}">
                <a16:creationId xmlns:a16="http://schemas.microsoft.com/office/drawing/2014/main" id="{B86A23C6-7F8D-352A-448D-17A195E95B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2" y="1691819"/>
            <a:ext cx="7033993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5AC2D3F1-A8F3-D2C0-D288-4963E737E29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707438" y="1956953"/>
            <a:ext cx="3209925" cy="42279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22" name="Espaço Reservado para Texto 4">
            <a:extLst>
              <a:ext uri="{FF2B5EF4-FFF2-40B4-BE49-F238E27FC236}">
                <a16:creationId xmlns:a16="http://schemas.microsoft.com/office/drawing/2014/main" id="{CDC26E95-A480-2BE9-8290-944C88A4E14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07047" y="1412359"/>
            <a:ext cx="3217796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3" name="Espaço Reservado para Texto 13">
            <a:extLst>
              <a:ext uri="{FF2B5EF4-FFF2-40B4-BE49-F238E27FC236}">
                <a16:creationId xmlns:a16="http://schemas.microsoft.com/office/drawing/2014/main" id="{7B5A1440-133E-A648-49D9-217BD11E8BE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707046" y="1691819"/>
            <a:ext cx="3217797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grpSp>
        <p:nvGrpSpPr>
          <p:cNvPr id="24" name="Group 19">
            <a:extLst>
              <a:ext uri="{FF2B5EF4-FFF2-40B4-BE49-F238E27FC236}">
                <a16:creationId xmlns:a16="http://schemas.microsoft.com/office/drawing/2014/main" id="{8C878B54-53A6-73BD-BD09-5CD182071B90}"/>
              </a:ext>
            </a:extLst>
          </p:cNvPr>
          <p:cNvGrpSpPr/>
          <p:nvPr userDrawn="1"/>
        </p:nvGrpSpPr>
        <p:grpSpPr>
          <a:xfrm>
            <a:off x="8458895" y="1432120"/>
            <a:ext cx="270363" cy="253515"/>
            <a:chOff x="1560790" y="3422211"/>
            <a:chExt cx="252678" cy="253515"/>
          </a:xfrm>
        </p:grpSpPr>
        <p:sp>
          <p:nvSpPr>
            <p:cNvPr id="25" name="Rectangle: Rounded Corners 20">
              <a:extLst>
                <a:ext uri="{FF2B5EF4-FFF2-40B4-BE49-F238E27FC236}">
                  <a16:creationId xmlns:a16="http://schemas.microsoft.com/office/drawing/2014/main" id="{6D634128-DDB5-CBF5-193E-6D3B3DB04EE4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Rectangle: Rounded Corners 21">
              <a:extLst>
                <a:ext uri="{FF2B5EF4-FFF2-40B4-BE49-F238E27FC236}">
                  <a16:creationId xmlns:a16="http://schemas.microsoft.com/office/drawing/2014/main" id="{E5B75129-5A99-489D-18D3-73CC79B22D41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5268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1">
            <a:extLst>
              <a:ext uri="{FF2B5EF4-FFF2-40B4-BE49-F238E27FC236}">
                <a16:creationId xmlns:a16="http://schemas.microsoft.com/office/drawing/2014/main" id="{0F42DD50-4B8B-9C30-8A8E-6E3A669BEC2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24182" y="1956953"/>
            <a:ext cx="10700661" cy="4227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5" name="Content Placeholder 105">
            <a:extLst>
              <a:ext uri="{FF2B5EF4-FFF2-40B4-BE49-F238E27FC236}">
                <a16:creationId xmlns:a16="http://schemas.microsoft.com/office/drawing/2014/main" id="{E4AA883C-3B27-BE44-53E2-DE7AB33DD10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2" name="object 25">
            <a:extLst>
              <a:ext uri="{FF2B5EF4-FFF2-40B4-BE49-F238E27FC236}">
                <a16:creationId xmlns:a16="http://schemas.microsoft.com/office/drawing/2014/main" id="{251FA787-4CE6-BFDE-E7F5-996F1A8A1A6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0268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4B2CA09A-ED40-85EF-501F-DF298D052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2" y="1412359"/>
            <a:ext cx="10700659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19" name="Espaço Reservado para Texto 13">
            <a:extLst>
              <a:ext uri="{FF2B5EF4-FFF2-40B4-BE49-F238E27FC236}">
                <a16:creationId xmlns:a16="http://schemas.microsoft.com/office/drawing/2014/main" id="{B86A23C6-7F8D-352A-448D-17A195E95B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2" y="1691819"/>
            <a:ext cx="10700661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B9FC2AFE-71A3-1020-8E80-02D458238937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4" name="Rectangle: Rounded Corners 20">
              <a:extLst>
                <a:ext uri="{FF2B5EF4-FFF2-40B4-BE49-F238E27FC236}">
                  <a16:creationId xmlns:a16="http://schemas.microsoft.com/office/drawing/2014/main" id="{B357A62B-D600-18AD-5A25-497B5C630D3E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" name="Rectangle: Rounded Corners 21">
              <a:extLst>
                <a:ext uri="{FF2B5EF4-FFF2-40B4-BE49-F238E27FC236}">
                  <a16:creationId xmlns:a16="http://schemas.microsoft.com/office/drawing/2014/main" id="{A4FAC37B-EBC0-101F-9FB9-185354634212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5949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808586A2-AC4D-34C4-D7E7-A64AA04E1E1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CC8D9FA6-D761-2C8F-671A-7D646FE8DD3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89479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C7BAE5C9-0477-18EB-375D-ED1C84E78AC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24065" y="3352960"/>
            <a:ext cx="10444830" cy="30003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B995796B-638E-342E-AAFC-0F319D54A540}"/>
              </a:ext>
            </a:extLst>
          </p:cNvPr>
          <p:cNvSpPr/>
          <p:nvPr userDrawn="1"/>
        </p:nvSpPr>
        <p:spPr>
          <a:xfrm>
            <a:off x="1224064" y="1340065"/>
            <a:ext cx="10967936" cy="1780822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4" y="0"/>
                </a:moveTo>
                <a:lnTo>
                  <a:pt x="0" y="0"/>
                </a:lnTo>
                <a:lnTo>
                  <a:pt x="0" y="4439899"/>
                </a:lnTo>
                <a:lnTo>
                  <a:pt x="3097634" y="4439899"/>
                </a:lnTo>
                <a:lnTo>
                  <a:pt x="3097634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8143BE9-5F6D-8071-AB04-5972B476153D}"/>
              </a:ext>
            </a:extLst>
          </p:cNvPr>
          <p:cNvSpPr/>
          <p:nvPr userDrawn="1"/>
        </p:nvSpPr>
        <p:spPr>
          <a:xfrm rot="2700000">
            <a:off x="999482" y="1661310"/>
            <a:ext cx="366419" cy="195283"/>
          </a:xfrm>
          <a:prstGeom prst="triangle">
            <a:avLst/>
          </a:prstGeom>
          <a:solidFill>
            <a:srgbClr val="BD51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06ABC1-975C-01F1-D163-66B353511DF1}"/>
              </a:ext>
            </a:extLst>
          </p:cNvPr>
          <p:cNvSpPr/>
          <p:nvPr userDrawn="1"/>
        </p:nvSpPr>
        <p:spPr>
          <a:xfrm>
            <a:off x="984102" y="1262270"/>
            <a:ext cx="2017643" cy="437321"/>
          </a:xfrm>
          <a:prstGeom prst="rect">
            <a:avLst/>
          </a:prstGeom>
          <a:solidFill>
            <a:srgbClr val="F2A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612BD7E4-A973-3275-E018-D4CEE223FD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100" y="1301168"/>
            <a:ext cx="2017646" cy="2980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2" name="Content Placeholder 105">
            <a:extLst>
              <a:ext uri="{FF2B5EF4-FFF2-40B4-BE49-F238E27FC236}">
                <a16:creationId xmlns:a16="http://schemas.microsoft.com/office/drawing/2014/main" id="{3B403A97-D19B-FD48-DF8F-3B1ADA29A61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224063" y="3120888"/>
            <a:ext cx="10444830" cy="220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6" name="Content Placeholder 105">
            <a:extLst>
              <a:ext uri="{FF2B5EF4-FFF2-40B4-BE49-F238E27FC236}">
                <a16:creationId xmlns:a16="http://schemas.microsoft.com/office/drawing/2014/main" id="{4E21E371-EEC7-17CE-DD5F-A9634F11222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A72D3F6-4379-1688-0609-9303F08C1C9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495040" y="1712775"/>
            <a:ext cx="3632200" cy="1396335"/>
          </a:xfrm>
          <a:prstGeom prst="rect">
            <a:avLst/>
          </a:prstGeom>
        </p:spPr>
        <p:txBody>
          <a:bodyPr/>
          <a:lstStyle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8BE6BE4-1FCE-0889-AC6F-D1280CA1831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36693" y="1700998"/>
            <a:ext cx="3632200" cy="1408112"/>
          </a:xfrm>
          <a:prstGeom prst="rect">
            <a:avLst/>
          </a:prstGeom>
        </p:spPr>
        <p:txBody>
          <a:bodyPr/>
          <a:lstStyle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8E43A5A-292E-F870-4460-9C9F41F7878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95040" y="1339850"/>
            <a:ext cx="3632200" cy="347663"/>
          </a:xfrm>
          <a:prstGeom prst="rect">
            <a:avLst/>
          </a:prstGeom>
        </p:spPr>
        <p:txBody>
          <a:bodyPr/>
          <a:lstStyle>
            <a:lvl2pPr marL="457200" indent="0">
              <a:buNone/>
              <a:defRPr/>
            </a:lvl2pPr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C8E57D5-8238-4629-9BE0-CD06048B9CD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036693" y="1326954"/>
            <a:ext cx="3632200" cy="347663"/>
          </a:xfrm>
          <a:prstGeom prst="rect">
            <a:avLst/>
          </a:prstGeom>
        </p:spPr>
        <p:txBody>
          <a:bodyPr/>
          <a:lstStyle>
            <a:lvl2pPr marL="457200" indent="0">
              <a:buNone/>
              <a:defRPr/>
            </a:lvl2pPr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89AE518C-6A26-6C00-EE16-442357F1C88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153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4E90AE9-0381-5CED-D92E-F7067A740609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25" name="Rectangle: Rounded Corners 20">
              <a:extLst>
                <a:ext uri="{FF2B5EF4-FFF2-40B4-BE49-F238E27FC236}">
                  <a16:creationId xmlns:a16="http://schemas.microsoft.com/office/drawing/2014/main" id="{5E106E74-1A30-9F39-70E0-3C602E277DAD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Rectangle: Rounded Corners 21">
              <a:extLst>
                <a:ext uri="{FF2B5EF4-FFF2-40B4-BE49-F238E27FC236}">
                  <a16:creationId xmlns:a16="http://schemas.microsoft.com/office/drawing/2014/main" id="{B7E73495-696F-CAE9-A01E-F909E595E90F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8" name="Group 19">
            <a:extLst>
              <a:ext uri="{FF2B5EF4-FFF2-40B4-BE49-F238E27FC236}">
                <a16:creationId xmlns:a16="http://schemas.microsoft.com/office/drawing/2014/main" id="{F8758614-AC86-7EEF-39C1-5478035751D1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29" name="Rectangle: Rounded Corners 20">
              <a:extLst>
                <a:ext uri="{FF2B5EF4-FFF2-40B4-BE49-F238E27FC236}">
                  <a16:creationId xmlns:a16="http://schemas.microsoft.com/office/drawing/2014/main" id="{BE211A53-7A61-BD2B-A61D-4E0FDA171A95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Rectangle: Rounded Corners 21">
              <a:extLst>
                <a:ext uri="{FF2B5EF4-FFF2-40B4-BE49-F238E27FC236}">
                  <a16:creationId xmlns:a16="http://schemas.microsoft.com/office/drawing/2014/main" id="{420C72B2-6025-A456-072C-7A14CE0B9DFF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4086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2927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8D7C149-3206-94CA-C2B9-9C9F6E611005}"/>
              </a:ext>
            </a:extLst>
          </p:cNvPr>
          <p:cNvGrpSpPr/>
          <p:nvPr userDrawn="1"/>
        </p:nvGrpSpPr>
        <p:grpSpPr>
          <a:xfrm>
            <a:off x="1154606" y="4883621"/>
            <a:ext cx="5007863" cy="1490854"/>
            <a:chOff x="1210056" y="4637452"/>
            <a:chExt cx="5007863" cy="1490854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F556F32-8BE6-1E72-FBFC-A20467A0A640}"/>
                </a:ext>
              </a:extLst>
            </p:cNvPr>
            <p:cNvSpPr/>
            <p:nvPr/>
          </p:nvSpPr>
          <p:spPr>
            <a:xfrm>
              <a:off x="1210056" y="4637452"/>
              <a:ext cx="1981200" cy="652780"/>
            </a:xfrm>
            <a:custGeom>
              <a:avLst/>
              <a:gdLst/>
              <a:ahLst/>
              <a:cxnLst/>
              <a:rect l="l" t="t" r="r" b="b"/>
              <a:pathLst>
                <a:path w="1981200" h="652779">
                  <a:moveTo>
                    <a:pt x="1981073" y="0"/>
                  </a:moveTo>
                  <a:lnTo>
                    <a:pt x="0" y="0"/>
                  </a:lnTo>
                  <a:lnTo>
                    <a:pt x="0" y="42633"/>
                  </a:lnTo>
                  <a:lnTo>
                    <a:pt x="0" y="652272"/>
                  </a:lnTo>
                  <a:lnTo>
                    <a:pt x="1981073" y="652272"/>
                  </a:lnTo>
                  <a:lnTo>
                    <a:pt x="1981073" y="42633"/>
                  </a:lnTo>
                  <a:lnTo>
                    <a:pt x="1981073" y="0"/>
                  </a:lnTo>
                  <a:close/>
                </a:path>
              </a:pathLst>
            </a:custGeom>
            <a:solidFill>
              <a:srgbClr val="2863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5" name="object 15">
              <a:extLst>
                <a:ext uri="{FF2B5EF4-FFF2-40B4-BE49-F238E27FC236}">
                  <a16:creationId xmlns:a16="http://schemas.microsoft.com/office/drawing/2014/main" id="{615FD9B9-0162-4EB5-AAF9-D0A7FCD96014}"/>
                </a:ext>
              </a:extLst>
            </p:cNvPr>
            <p:cNvGrpSpPr/>
            <p:nvPr/>
          </p:nvGrpSpPr>
          <p:grpSpPr>
            <a:xfrm>
              <a:off x="1267967" y="4680086"/>
              <a:ext cx="4949952" cy="1448220"/>
              <a:chOff x="7013447" y="4782273"/>
              <a:chExt cx="4949952" cy="1448220"/>
            </a:xfrm>
          </p:grpSpPr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F1659508-821F-04A2-F8D9-4417F2541D16}"/>
                  </a:ext>
                </a:extLst>
              </p:cNvPr>
              <p:cNvSpPr/>
              <p:nvPr/>
            </p:nvSpPr>
            <p:spPr>
              <a:xfrm>
                <a:off x="9890760" y="5580888"/>
                <a:ext cx="2072639" cy="649605"/>
              </a:xfrm>
              <a:custGeom>
                <a:avLst/>
                <a:gdLst/>
                <a:ahLst/>
                <a:cxnLst/>
                <a:rect l="l" t="t" r="r" b="b"/>
                <a:pathLst>
                  <a:path w="2072640" h="649604">
                    <a:moveTo>
                      <a:pt x="2072513" y="0"/>
                    </a:moveTo>
                    <a:lnTo>
                      <a:pt x="0" y="0"/>
                    </a:lnTo>
                    <a:lnTo>
                      <a:pt x="0" y="600290"/>
                    </a:lnTo>
                    <a:lnTo>
                      <a:pt x="0" y="649198"/>
                    </a:lnTo>
                    <a:lnTo>
                      <a:pt x="2072513" y="649198"/>
                    </a:lnTo>
                    <a:lnTo>
                      <a:pt x="2072513" y="600290"/>
                    </a:lnTo>
                    <a:lnTo>
                      <a:pt x="2072513" y="0"/>
                    </a:lnTo>
                    <a:close/>
                  </a:path>
                </a:pathLst>
              </a:custGeom>
              <a:solidFill>
                <a:srgbClr val="28637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B354C74F-D191-6295-79E0-BE169933E67A}"/>
                  </a:ext>
                </a:extLst>
              </p:cNvPr>
              <p:cNvSpPr/>
              <p:nvPr userDrawn="1"/>
            </p:nvSpPr>
            <p:spPr>
              <a:xfrm>
                <a:off x="7013447" y="4782273"/>
                <a:ext cx="4892040" cy="1398905"/>
              </a:xfrm>
              <a:custGeom>
                <a:avLst/>
                <a:gdLst/>
                <a:ahLst/>
                <a:cxnLst/>
                <a:rect l="l" t="t" r="r" b="b"/>
                <a:pathLst>
                  <a:path w="4892040" h="1398904">
                    <a:moveTo>
                      <a:pt x="4891913" y="0"/>
                    </a:moveTo>
                    <a:lnTo>
                      <a:pt x="0" y="0"/>
                    </a:lnTo>
                    <a:lnTo>
                      <a:pt x="0" y="1398904"/>
                    </a:lnTo>
                    <a:lnTo>
                      <a:pt x="4891913" y="1398904"/>
                    </a:lnTo>
                    <a:lnTo>
                      <a:pt x="4891913" y="0"/>
                    </a:lnTo>
                    <a:close/>
                  </a:path>
                </a:pathLst>
              </a:custGeom>
              <a:solidFill>
                <a:srgbClr val="EFEFE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3EA87329-ACB3-8207-6F0F-67FA52B093C8}"/>
                  </a:ext>
                </a:extLst>
              </p:cNvPr>
              <p:cNvSpPr/>
              <p:nvPr/>
            </p:nvSpPr>
            <p:spPr>
              <a:xfrm>
                <a:off x="7229855" y="4913376"/>
                <a:ext cx="478790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8789">
                    <a:moveTo>
                      <a:pt x="478535" y="0"/>
                    </a:moveTo>
                    <a:lnTo>
                      <a:pt x="0" y="0"/>
                    </a:lnTo>
                    <a:lnTo>
                      <a:pt x="0" y="478536"/>
                    </a:lnTo>
                    <a:lnTo>
                      <a:pt x="478535" y="478536"/>
                    </a:lnTo>
                    <a:lnTo>
                      <a:pt x="478535" y="0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032F6E05-E36F-2FE5-8756-1418048E82E4}"/>
                  </a:ext>
                </a:extLst>
              </p:cNvPr>
              <p:cNvSpPr/>
              <p:nvPr/>
            </p:nvSpPr>
            <p:spPr>
              <a:xfrm>
                <a:off x="7229855" y="4913376"/>
                <a:ext cx="478790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8789">
                    <a:moveTo>
                      <a:pt x="0" y="478536"/>
                    </a:moveTo>
                    <a:lnTo>
                      <a:pt x="478535" y="478536"/>
                    </a:lnTo>
                    <a:lnTo>
                      <a:pt x="478535" y="0"/>
                    </a:lnTo>
                    <a:lnTo>
                      <a:pt x="0" y="0"/>
                    </a:lnTo>
                    <a:lnTo>
                      <a:pt x="0" y="478536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88DEEEC5-FC94-36C5-54CA-365869682DA2}"/>
                  </a:ext>
                </a:extLst>
              </p:cNvPr>
              <p:cNvSpPr/>
              <p:nvPr/>
            </p:nvSpPr>
            <p:spPr>
              <a:xfrm>
                <a:off x="7229855" y="5544312"/>
                <a:ext cx="478790" cy="475615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5614">
                    <a:moveTo>
                      <a:pt x="478535" y="0"/>
                    </a:moveTo>
                    <a:lnTo>
                      <a:pt x="0" y="0"/>
                    </a:lnTo>
                    <a:lnTo>
                      <a:pt x="0" y="475488"/>
                    </a:lnTo>
                    <a:lnTo>
                      <a:pt x="478535" y="475488"/>
                    </a:lnTo>
                    <a:lnTo>
                      <a:pt x="478535" y="0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3E5EB97C-D589-CC57-FBA8-7A8FE69712C9}"/>
                  </a:ext>
                </a:extLst>
              </p:cNvPr>
              <p:cNvSpPr/>
              <p:nvPr/>
            </p:nvSpPr>
            <p:spPr>
              <a:xfrm>
                <a:off x="7229855" y="5544312"/>
                <a:ext cx="478790" cy="475615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5614">
                    <a:moveTo>
                      <a:pt x="0" y="475488"/>
                    </a:moveTo>
                    <a:lnTo>
                      <a:pt x="478535" y="475488"/>
                    </a:lnTo>
                    <a:lnTo>
                      <a:pt x="478535" y="0"/>
                    </a:lnTo>
                    <a:lnTo>
                      <a:pt x="0" y="0"/>
                    </a:lnTo>
                    <a:lnTo>
                      <a:pt x="0" y="475488"/>
                    </a:lnTo>
                    <a:close/>
                  </a:path>
                </a:pathLst>
              </a:custGeom>
              <a:ln w="12700">
                <a:solidFill>
                  <a:srgbClr val="0D0D0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8AE8E20C-EF47-4718-AB17-D7C93DE52F3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123615" y="5722886"/>
            <a:ext cx="3785302" cy="227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endParaRPr lang="pt-BR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C4834D30-AE5D-447B-7431-C76DA8353BA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429560" y="5063202"/>
            <a:ext cx="478155" cy="4729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pt-BR"/>
              <a:t>A</a:t>
            </a:r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628E4260-CF2B-EC92-F132-A60E94B0BC8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429560" y="5688041"/>
            <a:ext cx="478155" cy="47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pt-BR"/>
              <a:t>A</a:t>
            </a:r>
          </a:p>
        </p:txBody>
      </p:sp>
      <p:sp>
        <p:nvSpPr>
          <p:cNvPr id="31" name="Text Placeholder 38">
            <a:extLst>
              <a:ext uri="{FF2B5EF4-FFF2-40B4-BE49-F238E27FC236}">
                <a16:creationId xmlns:a16="http://schemas.microsoft.com/office/drawing/2014/main" id="{DDB939E5-1E7C-DD90-5474-167B1D9563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113583" y="5082096"/>
            <a:ext cx="3785302" cy="227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endParaRPr lang="pt-BR"/>
          </a:p>
        </p:txBody>
      </p:sp>
      <p:grpSp>
        <p:nvGrpSpPr>
          <p:cNvPr id="39" name="Group 19">
            <a:extLst>
              <a:ext uri="{FF2B5EF4-FFF2-40B4-BE49-F238E27FC236}">
                <a16:creationId xmlns:a16="http://schemas.microsoft.com/office/drawing/2014/main" id="{5E8A618F-A3D0-08E1-5D48-13146842A210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40" name="Rectangle: Rounded Corners 20">
              <a:extLst>
                <a:ext uri="{FF2B5EF4-FFF2-40B4-BE49-F238E27FC236}">
                  <a16:creationId xmlns:a16="http://schemas.microsoft.com/office/drawing/2014/main" id="{63FC1885-9D1F-9F1E-18BE-09ECD99A2A58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Rectangle: Rounded Corners 21">
              <a:extLst>
                <a:ext uri="{FF2B5EF4-FFF2-40B4-BE49-F238E27FC236}">
                  <a16:creationId xmlns:a16="http://schemas.microsoft.com/office/drawing/2014/main" id="{0594AB00-405E-34EC-E55D-FEE9525E678F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42" name="Group 19">
            <a:extLst>
              <a:ext uri="{FF2B5EF4-FFF2-40B4-BE49-F238E27FC236}">
                <a16:creationId xmlns:a16="http://schemas.microsoft.com/office/drawing/2014/main" id="{D3D0E7B2-E0F5-70D7-6B6D-D7D750AE6E42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43" name="Rectangle: Rounded Corners 20">
              <a:extLst>
                <a:ext uri="{FF2B5EF4-FFF2-40B4-BE49-F238E27FC236}">
                  <a16:creationId xmlns:a16="http://schemas.microsoft.com/office/drawing/2014/main" id="{E75F5E1D-EA78-5632-4150-0B8A42F1080E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Rectangle: Rounded Corners 21">
              <a:extLst>
                <a:ext uri="{FF2B5EF4-FFF2-40B4-BE49-F238E27FC236}">
                  <a16:creationId xmlns:a16="http://schemas.microsoft.com/office/drawing/2014/main" id="{2F3A07D9-2686-0BE8-501A-A66E221CACCF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50643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2D25D094-93A7-FB9C-801A-6F6DD612159B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6" name="Rectangle: Rounded Corners 20">
              <a:extLst>
                <a:ext uri="{FF2B5EF4-FFF2-40B4-BE49-F238E27FC236}">
                  <a16:creationId xmlns:a16="http://schemas.microsoft.com/office/drawing/2014/main" id="{CD0F621C-A608-247A-6702-689D5A1C7957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Rectangle: Rounded Corners 21">
              <a:extLst>
                <a:ext uri="{FF2B5EF4-FFF2-40B4-BE49-F238E27FC236}">
                  <a16:creationId xmlns:a16="http://schemas.microsoft.com/office/drawing/2014/main" id="{829ABDC2-6185-BD3E-6C9D-A6D550B5BEAC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0" name="Group 19">
            <a:extLst>
              <a:ext uri="{FF2B5EF4-FFF2-40B4-BE49-F238E27FC236}">
                <a16:creationId xmlns:a16="http://schemas.microsoft.com/office/drawing/2014/main" id="{04BFB846-2EEB-11A1-D713-2307080DBEEB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11" name="Rectangle: Rounded Corners 20">
              <a:extLst>
                <a:ext uri="{FF2B5EF4-FFF2-40B4-BE49-F238E27FC236}">
                  <a16:creationId xmlns:a16="http://schemas.microsoft.com/office/drawing/2014/main" id="{8CA966C3-58E9-CC0C-CFDE-9F906D4E8844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Rectangle: Rounded Corners 21">
              <a:extLst>
                <a:ext uri="{FF2B5EF4-FFF2-40B4-BE49-F238E27FC236}">
                  <a16:creationId xmlns:a16="http://schemas.microsoft.com/office/drawing/2014/main" id="{7CB7B4B0-3944-6800-1701-14BCF23DB741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2912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1F5BF6-BE41-DEE9-6F06-FE453E415EFF}"/>
              </a:ext>
            </a:extLst>
          </p:cNvPr>
          <p:cNvGrpSpPr/>
          <p:nvPr userDrawn="1"/>
        </p:nvGrpSpPr>
        <p:grpSpPr>
          <a:xfrm>
            <a:off x="6749221" y="4862106"/>
            <a:ext cx="5007863" cy="1490854"/>
            <a:chOff x="1210056" y="4637452"/>
            <a:chExt cx="5007863" cy="1490854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8013440-12D4-849B-9997-8FF2249EB324}"/>
                </a:ext>
              </a:extLst>
            </p:cNvPr>
            <p:cNvSpPr/>
            <p:nvPr/>
          </p:nvSpPr>
          <p:spPr>
            <a:xfrm>
              <a:off x="1210056" y="4637452"/>
              <a:ext cx="1981200" cy="652780"/>
            </a:xfrm>
            <a:custGeom>
              <a:avLst/>
              <a:gdLst/>
              <a:ahLst/>
              <a:cxnLst/>
              <a:rect l="l" t="t" r="r" b="b"/>
              <a:pathLst>
                <a:path w="1981200" h="652779">
                  <a:moveTo>
                    <a:pt x="1981073" y="0"/>
                  </a:moveTo>
                  <a:lnTo>
                    <a:pt x="0" y="0"/>
                  </a:lnTo>
                  <a:lnTo>
                    <a:pt x="0" y="42633"/>
                  </a:lnTo>
                  <a:lnTo>
                    <a:pt x="0" y="652272"/>
                  </a:lnTo>
                  <a:lnTo>
                    <a:pt x="1981073" y="652272"/>
                  </a:lnTo>
                  <a:lnTo>
                    <a:pt x="1981073" y="42633"/>
                  </a:lnTo>
                  <a:lnTo>
                    <a:pt x="1981073" y="0"/>
                  </a:lnTo>
                  <a:close/>
                </a:path>
              </a:pathLst>
            </a:custGeom>
            <a:solidFill>
              <a:srgbClr val="2863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5" name="object 15">
              <a:extLst>
                <a:ext uri="{FF2B5EF4-FFF2-40B4-BE49-F238E27FC236}">
                  <a16:creationId xmlns:a16="http://schemas.microsoft.com/office/drawing/2014/main" id="{A0499829-00C6-A091-AF11-2CBC3FB4DB66}"/>
                </a:ext>
              </a:extLst>
            </p:cNvPr>
            <p:cNvGrpSpPr/>
            <p:nvPr/>
          </p:nvGrpSpPr>
          <p:grpSpPr>
            <a:xfrm>
              <a:off x="1267967" y="4680086"/>
              <a:ext cx="4949952" cy="1448220"/>
              <a:chOff x="7013447" y="4782273"/>
              <a:chExt cx="4949952" cy="1448220"/>
            </a:xfrm>
          </p:grpSpPr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2D1824E-DD04-4480-FF45-CB110DFFFAA8}"/>
                  </a:ext>
                </a:extLst>
              </p:cNvPr>
              <p:cNvSpPr/>
              <p:nvPr/>
            </p:nvSpPr>
            <p:spPr>
              <a:xfrm>
                <a:off x="9890760" y="5580888"/>
                <a:ext cx="2072639" cy="649605"/>
              </a:xfrm>
              <a:custGeom>
                <a:avLst/>
                <a:gdLst/>
                <a:ahLst/>
                <a:cxnLst/>
                <a:rect l="l" t="t" r="r" b="b"/>
                <a:pathLst>
                  <a:path w="2072640" h="649604">
                    <a:moveTo>
                      <a:pt x="2072513" y="0"/>
                    </a:moveTo>
                    <a:lnTo>
                      <a:pt x="0" y="0"/>
                    </a:lnTo>
                    <a:lnTo>
                      <a:pt x="0" y="600290"/>
                    </a:lnTo>
                    <a:lnTo>
                      <a:pt x="0" y="649198"/>
                    </a:lnTo>
                    <a:lnTo>
                      <a:pt x="2072513" y="649198"/>
                    </a:lnTo>
                    <a:lnTo>
                      <a:pt x="2072513" y="600290"/>
                    </a:lnTo>
                    <a:lnTo>
                      <a:pt x="2072513" y="0"/>
                    </a:lnTo>
                    <a:close/>
                  </a:path>
                </a:pathLst>
              </a:custGeom>
              <a:solidFill>
                <a:srgbClr val="28637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0F48C6CD-FFAF-CB95-A05B-4B54363BE3E9}"/>
                  </a:ext>
                </a:extLst>
              </p:cNvPr>
              <p:cNvSpPr/>
              <p:nvPr userDrawn="1"/>
            </p:nvSpPr>
            <p:spPr>
              <a:xfrm>
                <a:off x="7013447" y="4782273"/>
                <a:ext cx="4892040" cy="1398905"/>
              </a:xfrm>
              <a:custGeom>
                <a:avLst/>
                <a:gdLst/>
                <a:ahLst/>
                <a:cxnLst/>
                <a:rect l="l" t="t" r="r" b="b"/>
                <a:pathLst>
                  <a:path w="4892040" h="1398904">
                    <a:moveTo>
                      <a:pt x="4891913" y="0"/>
                    </a:moveTo>
                    <a:lnTo>
                      <a:pt x="0" y="0"/>
                    </a:lnTo>
                    <a:lnTo>
                      <a:pt x="0" y="1398904"/>
                    </a:lnTo>
                    <a:lnTo>
                      <a:pt x="4891913" y="1398904"/>
                    </a:lnTo>
                    <a:lnTo>
                      <a:pt x="4891913" y="0"/>
                    </a:lnTo>
                    <a:close/>
                  </a:path>
                </a:pathLst>
              </a:custGeom>
              <a:solidFill>
                <a:srgbClr val="EFEFE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E3BEC42C-AB00-F683-82F1-14134493B3AE}"/>
                  </a:ext>
                </a:extLst>
              </p:cNvPr>
              <p:cNvSpPr/>
              <p:nvPr/>
            </p:nvSpPr>
            <p:spPr>
              <a:xfrm>
                <a:off x="7229855" y="4913376"/>
                <a:ext cx="478790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8789">
                    <a:moveTo>
                      <a:pt x="478535" y="0"/>
                    </a:moveTo>
                    <a:lnTo>
                      <a:pt x="0" y="0"/>
                    </a:lnTo>
                    <a:lnTo>
                      <a:pt x="0" y="478536"/>
                    </a:lnTo>
                    <a:lnTo>
                      <a:pt x="478535" y="478536"/>
                    </a:lnTo>
                    <a:lnTo>
                      <a:pt x="478535" y="0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8FBAE54D-DD38-43E8-6E15-D9D26C399666}"/>
                  </a:ext>
                </a:extLst>
              </p:cNvPr>
              <p:cNvSpPr/>
              <p:nvPr/>
            </p:nvSpPr>
            <p:spPr>
              <a:xfrm>
                <a:off x="7229855" y="4913376"/>
                <a:ext cx="478790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8789">
                    <a:moveTo>
                      <a:pt x="0" y="478536"/>
                    </a:moveTo>
                    <a:lnTo>
                      <a:pt x="478535" y="478536"/>
                    </a:lnTo>
                    <a:lnTo>
                      <a:pt x="478535" y="0"/>
                    </a:lnTo>
                    <a:lnTo>
                      <a:pt x="0" y="0"/>
                    </a:lnTo>
                    <a:lnTo>
                      <a:pt x="0" y="478536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78392CCA-AE10-76AC-13A0-15C6C367D2A1}"/>
                  </a:ext>
                </a:extLst>
              </p:cNvPr>
              <p:cNvSpPr/>
              <p:nvPr/>
            </p:nvSpPr>
            <p:spPr>
              <a:xfrm>
                <a:off x="7229855" y="5544312"/>
                <a:ext cx="478790" cy="475615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5614">
                    <a:moveTo>
                      <a:pt x="478535" y="0"/>
                    </a:moveTo>
                    <a:lnTo>
                      <a:pt x="0" y="0"/>
                    </a:lnTo>
                    <a:lnTo>
                      <a:pt x="0" y="475488"/>
                    </a:lnTo>
                    <a:lnTo>
                      <a:pt x="478535" y="475488"/>
                    </a:lnTo>
                    <a:lnTo>
                      <a:pt x="478535" y="0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F58BA4E5-2BBF-0A5E-9B83-0249AC905688}"/>
                  </a:ext>
                </a:extLst>
              </p:cNvPr>
              <p:cNvSpPr/>
              <p:nvPr/>
            </p:nvSpPr>
            <p:spPr>
              <a:xfrm>
                <a:off x="7229855" y="5544312"/>
                <a:ext cx="478790" cy="475615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5614">
                    <a:moveTo>
                      <a:pt x="0" y="475488"/>
                    </a:moveTo>
                    <a:lnTo>
                      <a:pt x="478535" y="475488"/>
                    </a:lnTo>
                    <a:lnTo>
                      <a:pt x="478535" y="0"/>
                    </a:lnTo>
                    <a:lnTo>
                      <a:pt x="0" y="0"/>
                    </a:lnTo>
                    <a:lnTo>
                      <a:pt x="0" y="475488"/>
                    </a:lnTo>
                    <a:close/>
                  </a:path>
                </a:pathLst>
              </a:custGeom>
              <a:ln w="12700">
                <a:solidFill>
                  <a:srgbClr val="0D0D0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C2FB0EA9-B7E7-BE37-DBFB-BE15199D66D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18230" y="5701371"/>
            <a:ext cx="3785302" cy="227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endParaRPr lang="pt-BR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8BF146D1-7F3F-D5FB-E56C-64FC4BEFE69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024175" y="5041687"/>
            <a:ext cx="478155" cy="4729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pt-BR"/>
              <a:t>A</a:t>
            </a:r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89E90C50-A13D-4107-5425-0046F6A5662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24175" y="5666526"/>
            <a:ext cx="478155" cy="47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pt-BR"/>
              <a:t>A</a:t>
            </a:r>
          </a:p>
        </p:txBody>
      </p:sp>
      <p:sp>
        <p:nvSpPr>
          <p:cNvPr id="31" name="Text Placeholder 38">
            <a:extLst>
              <a:ext uri="{FF2B5EF4-FFF2-40B4-BE49-F238E27FC236}">
                <a16:creationId xmlns:a16="http://schemas.microsoft.com/office/drawing/2014/main" id="{830C2B32-A899-C351-EE24-96EC5C51ABA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08198" y="5060581"/>
            <a:ext cx="3785302" cy="227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9491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4190618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8" name="Espaço Reservado para Gráfico 41">
            <a:extLst>
              <a:ext uri="{FF2B5EF4-FFF2-40B4-BE49-F238E27FC236}">
                <a16:creationId xmlns:a16="http://schemas.microsoft.com/office/drawing/2014/main" id="{8C365E9E-4DF9-C6D7-DA09-AE0D1D9A1A3A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224182" y="1938707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9" name="Espaço Reservado para Texto 13">
            <a:extLst>
              <a:ext uri="{FF2B5EF4-FFF2-40B4-BE49-F238E27FC236}">
                <a16:creationId xmlns:a16="http://schemas.microsoft.com/office/drawing/2014/main" id="{915E9B79-35E4-94D0-AD46-3C6512FA7D6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24182" y="3932344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grpSp>
        <p:nvGrpSpPr>
          <p:cNvPr id="33" name="Group 19">
            <a:extLst>
              <a:ext uri="{FF2B5EF4-FFF2-40B4-BE49-F238E27FC236}">
                <a16:creationId xmlns:a16="http://schemas.microsoft.com/office/drawing/2014/main" id="{29399761-8777-A516-0898-6EA7907C5AEC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34" name="Rectangle: Rounded Corners 20">
              <a:extLst>
                <a:ext uri="{FF2B5EF4-FFF2-40B4-BE49-F238E27FC236}">
                  <a16:creationId xmlns:a16="http://schemas.microsoft.com/office/drawing/2014/main" id="{42D52273-D762-DE36-93D2-68B3CD9A685E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Rectangle: Rounded Corners 21">
              <a:extLst>
                <a:ext uri="{FF2B5EF4-FFF2-40B4-BE49-F238E27FC236}">
                  <a16:creationId xmlns:a16="http://schemas.microsoft.com/office/drawing/2014/main" id="{883C6485-FD69-6809-34F6-BBFD2B23ACA6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7" name="Group 19">
            <a:extLst>
              <a:ext uri="{FF2B5EF4-FFF2-40B4-BE49-F238E27FC236}">
                <a16:creationId xmlns:a16="http://schemas.microsoft.com/office/drawing/2014/main" id="{D14CA5CE-B9B3-73DC-26A9-0909CE9F8100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38" name="Rectangle: Rounded Corners 20">
              <a:extLst>
                <a:ext uri="{FF2B5EF4-FFF2-40B4-BE49-F238E27FC236}">
                  <a16:creationId xmlns:a16="http://schemas.microsoft.com/office/drawing/2014/main" id="{7012DC58-5EE9-9724-C627-CE393551E722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Rectangle: Rounded Corners 21">
              <a:extLst>
                <a:ext uri="{FF2B5EF4-FFF2-40B4-BE49-F238E27FC236}">
                  <a16:creationId xmlns:a16="http://schemas.microsoft.com/office/drawing/2014/main" id="{7ACF9199-7C18-BBAD-B60C-1BED28E8E522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7299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2999" y="394821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3" name="Group 19">
            <a:extLst>
              <a:ext uri="{FF2B5EF4-FFF2-40B4-BE49-F238E27FC236}">
                <a16:creationId xmlns:a16="http://schemas.microsoft.com/office/drawing/2014/main" id="{5E0CFCFA-09E6-BB68-2F6B-E38B5C1598E4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14" name="Rectangle: Rounded Corners 20">
              <a:extLst>
                <a:ext uri="{FF2B5EF4-FFF2-40B4-BE49-F238E27FC236}">
                  <a16:creationId xmlns:a16="http://schemas.microsoft.com/office/drawing/2014/main" id="{80DBC1F6-B63E-9CFF-7F02-E57383C99724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Rectangle: Rounded Corners 21">
              <a:extLst>
                <a:ext uri="{FF2B5EF4-FFF2-40B4-BE49-F238E27FC236}">
                  <a16:creationId xmlns:a16="http://schemas.microsoft.com/office/drawing/2014/main" id="{751C3502-A89C-5FB8-3DF3-DF15E88198E6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2352710A-7815-75EF-F43C-08FA45538456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17" name="Rectangle: Rounded Corners 20">
              <a:extLst>
                <a:ext uri="{FF2B5EF4-FFF2-40B4-BE49-F238E27FC236}">
                  <a16:creationId xmlns:a16="http://schemas.microsoft.com/office/drawing/2014/main" id="{840890CB-4D80-736A-21E8-507DF474E007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Rectangle: Rounded Corners 21">
              <a:extLst>
                <a:ext uri="{FF2B5EF4-FFF2-40B4-BE49-F238E27FC236}">
                  <a16:creationId xmlns:a16="http://schemas.microsoft.com/office/drawing/2014/main" id="{A885579C-4C9A-18F2-8FB0-6D6E1759D1C9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1422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4">
            <a:extLst>
              <a:ext uri="{FF2B5EF4-FFF2-40B4-BE49-F238E27FC236}">
                <a16:creationId xmlns:a16="http://schemas.microsoft.com/office/drawing/2014/main" id="{E08B9058-5A02-0886-9622-95F5C3B6A53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486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36034069-5787-E025-48DE-72237FED77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486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15" name="Espaço Reservado para Gráfico 41">
            <a:extLst>
              <a:ext uri="{FF2B5EF4-FFF2-40B4-BE49-F238E27FC236}">
                <a16:creationId xmlns:a16="http://schemas.microsoft.com/office/drawing/2014/main" id="{5148984B-39E6-0E19-63AC-F3AD704D1937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6748682" y="4190618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16" name="Espaço Reservado para Gráfico 41">
            <a:extLst>
              <a:ext uri="{FF2B5EF4-FFF2-40B4-BE49-F238E27FC236}">
                <a16:creationId xmlns:a16="http://schemas.microsoft.com/office/drawing/2014/main" id="{2DA44DC1-D93A-1B3B-E3A5-CAD9CBEEF32F}"/>
              </a:ext>
            </a:extLst>
          </p:cNvPr>
          <p:cNvSpPr>
            <a:spLocks noGrp="1"/>
          </p:cNvSpPr>
          <p:nvPr>
            <p:ph type="chart" sz="quarter" idx="31"/>
          </p:nvPr>
        </p:nvSpPr>
        <p:spPr>
          <a:xfrm>
            <a:off x="6748682" y="1938707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8C0BAC6C-9985-A7F9-4FA7-C0D835837A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48682" y="3932344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8" name="Group 19">
            <a:extLst>
              <a:ext uri="{FF2B5EF4-FFF2-40B4-BE49-F238E27FC236}">
                <a16:creationId xmlns:a16="http://schemas.microsoft.com/office/drawing/2014/main" id="{ABBC7BC2-7265-0C09-16C9-7106939073F2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19" name="Rectangle: Rounded Corners 20">
              <a:extLst>
                <a:ext uri="{FF2B5EF4-FFF2-40B4-BE49-F238E27FC236}">
                  <a16:creationId xmlns:a16="http://schemas.microsoft.com/office/drawing/2014/main" id="{A8FD1706-F1BF-B38A-16E0-99F29D1D1B1E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Rectangle: Rounded Corners 21">
              <a:extLst>
                <a:ext uri="{FF2B5EF4-FFF2-40B4-BE49-F238E27FC236}">
                  <a16:creationId xmlns:a16="http://schemas.microsoft.com/office/drawing/2014/main" id="{8BDB4985-ADD7-98CE-3865-44766D231E92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4" name="Group 19">
            <a:extLst>
              <a:ext uri="{FF2B5EF4-FFF2-40B4-BE49-F238E27FC236}">
                <a16:creationId xmlns:a16="http://schemas.microsoft.com/office/drawing/2014/main" id="{73604D40-10FC-8FD9-390A-759CDB1106DF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25" name="Rectangle: Rounded Corners 20">
              <a:extLst>
                <a:ext uri="{FF2B5EF4-FFF2-40B4-BE49-F238E27FC236}">
                  <a16:creationId xmlns:a16="http://schemas.microsoft.com/office/drawing/2014/main" id="{AA7947DA-BBC1-59E8-6F5B-A068EB5E11B7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Rectangle: Rounded Corners 21">
              <a:extLst>
                <a:ext uri="{FF2B5EF4-FFF2-40B4-BE49-F238E27FC236}">
                  <a16:creationId xmlns:a16="http://schemas.microsoft.com/office/drawing/2014/main" id="{F6B211F6-17A3-2AF1-A758-CB27C02E68D1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91664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51">
            <a:extLst>
              <a:ext uri="{FF2B5EF4-FFF2-40B4-BE49-F238E27FC236}">
                <a16:creationId xmlns:a16="http://schemas.microsoft.com/office/drawing/2014/main" id="{AD25A820-BCEA-C009-9D50-3059A8A6F0B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821767" y="2277041"/>
            <a:ext cx="5122354" cy="40762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25" name="Text Placeholder 46">
            <a:extLst>
              <a:ext uri="{FF2B5EF4-FFF2-40B4-BE49-F238E27FC236}">
                <a16:creationId xmlns:a16="http://schemas.microsoft.com/office/drawing/2014/main" id="{8970FFDC-D307-68CF-E4CC-EE4C5354EC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811" y="1405530"/>
            <a:ext cx="5121310" cy="5518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149C463D-5DDF-8F99-41DB-220114FAC1A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21767" y="1978936"/>
            <a:ext cx="5121440" cy="2765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9A1B5B4-9DDF-73FE-F1BE-83B591BE3311}"/>
              </a:ext>
            </a:extLst>
          </p:cNvPr>
          <p:cNvGrpSpPr/>
          <p:nvPr userDrawn="1"/>
        </p:nvGrpSpPr>
        <p:grpSpPr>
          <a:xfrm>
            <a:off x="6567359" y="1389478"/>
            <a:ext cx="228670" cy="266180"/>
            <a:chOff x="412911" y="1273876"/>
            <a:chExt cx="228670" cy="26618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841AFF5-0431-1396-7CC4-193987C8C72C}"/>
                </a:ext>
              </a:extLst>
            </p:cNvPr>
            <p:cNvSpPr/>
            <p:nvPr userDrawn="1"/>
          </p:nvSpPr>
          <p:spPr>
            <a:xfrm>
              <a:off x="412911" y="1273876"/>
              <a:ext cx="206526" cy="207096"/>
            </a:xfrm>
            <a:prstGeom prst="roundRect">
              <a:avLst/>
            </a:prstGeom>
            <a:noFill/>
            <a:ln>
              <a:solidFill>
                <a:srgbClr val="2863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252CF02-2F78-5E57-87F4-2F5EF79306AD}"/>
                </a:ext>
              </a:extLst>
            </p:cNvPr>
            <p:cNvSpPr/>
            <p:nvPr userDrawn="1"/>
          </p:nvSpPr>
          <p:spPr>
            <a:xfrm>
              <a:off x="435055" y="1332960"/>
              <a:ext cx="206526" cy="207096"/>
            </a:xfrm>
            <a:prstGeom prst="roundRect">
              <a:avLst/>
            </a:prstGeom>
            <a:solidFill>
              <a:srgbClr val="28637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CF78DB-EE55-8DA3-BB04-32471AD3FAAF}"/>
              </a:ext>
            </a:extLst>
          </p:cNvPr>
          <p:cNvSpPr/>
          <p:nvPr userDrawn="1"/>
        </p:nvSpPr>
        <p:spPr>
          <a:xfrm>
            <a:off x="5002960" y="1219705"/>
            <a:ext cx="6937854" cy="5204866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 Placeholder 27">
            <a:extLst>
              <a:ext uri="{FF2B5EF4-FFF2-40B4-BE49-F238E27FC236}">
                <a16:creationId xmlns:a16="http://schemas.microsoft.com/office/drawing/2014/main" id="{193822CD-0069-2C07-7A51-2D0960CF69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09098" y="1594674"/>
            <a:ext cx="3281750" cy="26816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Subtítulo Gráfico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941A696C-38B9-46DB-A176-91127E2246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09099" y="1347502"/>
            <a:ext cx="3281748" cy="24328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Título Gráfico</a:t>
            </a:r>
          </a:p>
        </p:txBody>
      </p:sp>
      <p:sp>
        <p:nvSpPr>
          <p:cNvPr id="11" name="Chart Placeholder 34">
            <a:extLst>
              <a:ext uri="{FF2B5EF4-FFF2-40B4-BE49-F238E27FC236}">
                <a16:creationId xmlns:a16="http://schemas.microsoft.com/office/drawing/2014/main" id="{FC6A16F5-CFBA-E5FE-6300-E51645C09597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5009098" y="1835002"/>
            <a:ext cx="3281750" cy="4518288"/>
          </a:xfrm>
          <a:prstGeom prst="rect">
            <a:avLst/>
          </a:prstGeom>
          <a:noFill/>
        </p:spPr>
        <p:txBody>
          <a:bodyPr/>
          <a:lstStyle/>
          <a:p>
            <a:endParaRPr lang="pt-BR"/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063386E0-8EFA-3335-74C0-C82F38E99F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59065" y="1594674"/>
            <a:ext cx="3281750" cy="26816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Subtítulo Gráfico</a:t>
            </a:r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5A1DD368-03FC-448E-658E-1A32589DCC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659066" y="1347502"/>
            <a:ext cx="3281748" cy="24328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Título Gráfico</a:t>
            </a:r>
          </a:p>
        </p:txBody>
      </p:sp>
      <p:sp>
        <p:nvSpPr>
          <p:cNvPr id="21" name="Chart Placeholder 34">
            <a:extLst>
              <a:ext uri="{FF2B5EF4-FFF2-40B4-BE49-F238E27FC236}">
                <a16:creationId xmlns:a16="http://schemas.microsoft.com/office/drawing/2014/main" id="{93243B26-D51A-D51F-B2B4-2448B2B59CBE}"/>
              </a:ext>
            </a:extLst>
          </p:cNvPr>
          <p:cNvSpPr>
            <a:spLocks noGrp="1"/>
          </p:cNvSpPr>
          <p:nvPr>
            <p:ph type="chart" sz="quarter" idx="33"/>
          </p:nvPr>
        </p:nvSpPr>
        <p:spPr>
          <a:xfrm>
            <a:off x="8659065" y="1835002"/>
            <a:ext cx="3281750" cy="451828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E9848056-6F10-7606-9EDC-CB38CD1C5C2D}"/>
              </a:ext>
            </a:extLst>
          </p:cNvPr>
          <p:cNvSpPr/>
          <p:nvPr userDrawn="1"/>
        </p:nvSpPr>
        <p:spPr>
          <a:xfrm rot="16200000">
            <a:off x="1121352" y="2245886"/>
            <a:ext cx="490798" cy="429969"/>
          </a:xfrm>
          <a:custGeom>
            <a:avLst/>
            <a:gdLst/>
            <a:ahLst/>
            <a:cxnLst/>
            <a:rect l="l" t="t" r="r" b="b"/>
            <a:pathLst>
              <a:path w="622300" h="608329">
                <a:moveTo>
                  <a:pt x="621792" y="0"/>
                </a:moveTo>
                <a:lnTo>
                  <a:pt x="310896" y="304037"/>
                </a:lnTo>
                <a:lnTo>
                  <a:pt x="0" y="0"/>
                </a:lnTo>
                <a:lnTo>
                  <a:pt x="0" y="304037"/>
                </a:lnTo>
                <a:lnTo>
                  <a:pt x="310896" y="608075"/>
                </a:lnTo>
                <a:lnTo>
                  <a:pt x="621792" y="304037"/>
                </a:lnTo>
                <a:lnTo>
                  <a:pt x="621792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EDE23AA0-8200-4AF0-5C7C-7AA8C684D61F}"/>
              </a:ext>
            </a:extLst>
          </p:cNvPr>
          <p:cNvSpPr/>
          <p:nvPr userDrawn="1"/>
        </p:nvSpPr>
        <p:spPr>
          <a:xfrm rot="16200000">
            <a:off x="1098646" y="3615932"/>
            <a:ext cx="490798" cy="429969"/>
          </a:xfrm>
          <a:custGeom>
            <a:avLst/>
            <a:gdLst/>
            <a:ahLst/>
            <a:cxnLst/>
            <a:rect l="l" t="t" r="r" b="b"/>
            <a:pathLst>
              <a:path w="622300" h="608329">
                <a:moveTo>
                  <a:pt x="621792" y="0"/>
                </a:moveTo>
                <a:lnTo>
                  <a:pt x="310896" y="304037"/>
                </a:lnTo>
                <a:lnTo>
                  <a:pt x="0" y="0"/>
                </a:lnTo>
                <a:lnTo>
                  <a:pt x="0" y="304037"/>
                </a:lnTo>
                <a:lnTo>
                  <a:pt x="310896" y="608075"/>
                </a:lnTo>
                <a:lnTo>
                  <a:pt x="621792" y="304037"/>
                </a:lnTo>
                <a:lnTo>
                  <a:pt x="621792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7E40D657-ACD2-A09E-51E9-13953B89ED47}"/>
              </a:ext>
            </a:extLst>
          </p:cNvPr>
          <p:cNvSpPr/>
          <p:nvPr userDrawn="1"/>
        </p:nvSpPr>
        <p:spPr>
          <a:xfrm rot="16200000">
            <a:off x="1085208" y="4985978"/>
            <a:ext cx="490798" cy="429969"/>
          </a:xfrm>
          <a:custGeom>
            <a:avLst/>
            <a:gdLst/>
            <a:ahLst/>
            <a:cxnLst/>
            <a:rect l="l" t="t" r="r" b="b"/>
            <a:pathLst>
              <a:path w="622300" h="608329">
                <a:moveTo>
                  <a:pt x="621792" y="0"/>
                </a:moveTo>
                <a:lnTo>
                  <a:pt x="310896" y="304037"/>
                </a:lnTo>
                <a:lnTo>
                  <a:pt x="0" y="0"/>
                </a:lnTo>
                <a:lnTo>
                  <a:pt x="0" y="304037"/>
                </a:lnTo>
                <a:lnTo>
                  <a:pt x="310896" y="608075"/>
                </a:lnTo>
                <a:lnTo>
                  <a:pt x="621792" y="304037"/>
                </a:lnTo>
                <a:lnTo>
                  <a:pt x="621792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601D9038-A523-714A-8F4D-E20AE62593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10603" y="2215473"/>
            <a:ext cx="2476765" cy="490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9DA52D8A-8871-FA9C-8DBD-001F4D7D92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10603" y="3585518"/>
            <a:ext cx="2459955" cy="490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31" name="Text Placeholder 33">
            <a:extLst>
              <a:ext uri="{FF2B5EF4-FFF2-40B4-BE49-F238E27FC236}">
                <a16:creationId xmlns:a16="http://schemas.microsoft.com/office/drawing/2014/main" id="{6F7318B6-F77E-6335-D3CA-ACEDADC03C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10603" y="4955563"/>
            <a:ext cx="2459955" cy="490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5" name="Content Placeholder 105">
            <a:extLst>
              <a:ext uri="{FF2B5EF4-FFF2-40B4-BE49-F238E27FC236}">
                <a16:creationId xmlns:a16="http://schemas.microsoft.com/office/drawing/2014/main" id="{4CD18D42-253F-1601-25DC-F2A93333A8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10" name="object 25">
            <a:extLst>
              <a:ext uri="{FF2B5EF4-FFF2-40B4-BE49-F238E27FC236}">
                <a16:creationId xmlns:a16="http://schemas.microsoft.com/office/drawing/2014/main" id="{95FFB289-DDFA-96CB-47EE-B6F9327BF5C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36984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41581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0">
            <a:extLst>
              <a:ext uri="{FF2B5EF4-FFF2-40B4-BE49-F238E27FC236}">
                <a16:creationId xmlns:a16="http://schemas.microsoft.com/office/drawing/2014/main" id="{CD27FE42-206E-0D0C-90C7-1A07E5B0A07E}"/>
              </a:ext>
            </a:extLst>
          </p:cNvPr>
          <p:cNvSpPr/>
          <p:nvPr userDrawn="1"/>
        </p:nvSpPr>
        <p:spPr>
          <a:xfrm>
            <a:off x="3848913" y="2081047"/>
            <a:ext cx="919958" cy="2788285"/>
          </a:xfrm>
          <a:custGeom>
            <a:avLst/>
            <a:gdLst/>
            <a:ahLst/>
            <a:cxnLst/>
            <a:rect l="l" t="t" r="r" b="b"/>
            <a:pathLst>
              <a:path w="379729" h="2788285">
                <a:moveTo>
                  <a:pt x="0" y="2787954"/>
                </a:moveTo>
                <a:lnTo>
                  <a:pt x="379730" y="2787954"/>
                </a:lnTo>
                <a:lnTo>
                  <a:pt x="379730" y="0"/>
                </a:lnTo>
                <a:lnTo>
                  <a:pt x="0" y="0"/>
                </a:lnTo>
                <a:lnTo>
                  <a:pt x="0" y="278795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5C0A5F20-C780-E452-A44B-FF21E82B1517}"/>
              </a:ext>
            </a:extLst>
          </p:cNvPr>
          <p:cNvSpPr/>
          <p:nvPr userDrawn="1"/>
        </p:nvSpPr>
        <p:spPr>
          <a:xfrm>
            <a:off x="1170381" y="1492477"/>
            <a:ext cx="3098165" cy="4916949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287494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4287494"/>
                </a:lnTo>
                <a:lnTo>
                  <a:pt x="3097631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160176D8-E310-360A-091C-F55E64D1F011}"/>
              </a:ext>
            </a:extLst>
          </p:cNvPr>
          <p:cNvSpPr/>
          <p:nvPr userDrawn="1"/>
        </p:nvSpPr>
        <p:spPr>
          <a:xfrm>
            <a:off x="1017979" y="1340064"/>
            <a:ext cx="3098165" cy="4916949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4" y="0"/>
                </a:moveTo>
                <a:lnTo>
                  <a:pt x="0" y="0"/>
                </a:lnTo>
                <a:lnTo>
                  <a:pt x="0" y="4439899"/>
                </a:lnTo>
                <a:lnTo>
                  <a:pt x="3097634" y="4439899"/>
                </a:lnTo>
                <a:lnTo>
                  <a:pt x="3097634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F702F821-0EA4-9540-8338-DEBB513889D5}"/>
              </a:ext>
            </a:extLst>
          </p:cNvPr>
          <p:cNvSpPr/>
          <p:nvPr userDrawn="1"/>
        </p:nvSpPr>
        <p:spPr>
          <a:xfrm>
            <a:off x="7575573" y="2081047"/>
            <a:ext cx="960277" cy="2788285"/>
          </a:xfrm>
          <a:custGeom>
            <a:avLst/>
            <a:gdLst/>
            <a:ahLst/>
            <a:cxnLst/>
            <a:rect l="l" t="t" r="r" b="b"/>
            <a:pathLst>
              <a:path w="351154" h="2788285">
                <a:moveTo>
                  <a:pt x="0" y="2787954"/>
                </a:moveTo>
                <a:lnTo>
                  <a:pt x="350558" y="2787954"/>
                </a:lnTo>
                <a:lnTo>
                  <a:pt x="350558" y="0"/>
                </a:lnTo>
                <a:lnTo>
                  <a:pt x="0" y="0"/>
                </a:lnTo>
                <a:lnTo>
                  <a:pt x="0" y="278795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46B32977-EA3A-706D-4535-FD26B53AF552}"/>
              </a:ext>
            </a:extLst>
          </p:cNvPr>
          <p:cNvSpPr/>
          <p:nvPr userDrawn="1"/>
        </p:nvSpPr>
        <p:spPr>
          <a:xfrm>
            <a:off x="4925805" y="1482698"/>
            <a:ext cx="3098165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44" y="0"/>
                </a:moveTo>
                <a:lnTo>
                  <a:pt x="0" y="0"/>
                </a:lnTo>
                <a:lnTo>
                  <a:pt x="0" y="4297311"/>
                </a:lnTo>
                <a:lnTo>
                  <a:pt x="0" y="4439882"/>
                </a:lnTo>
                <a:lnTo>
                  <a:pt x="3097644" y="4439882"/>
                </a:lnTo>
                <a:lnTo>
                  <a:pt x="3097644" y="4297311"/>
                </a:lnTo>
                <a:lnTo>
                  <a:pt x="3097644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F3784CDC-9ED4-8825-85E7-0589A76FB364}"/>
              </a:ext>
            </a:extLst>
          </p:cNvPr>
          <p:cNvSpPr/>
          <p:nvPr userDrawn="1"/>
        </p:nvSpPr>
        <p:spPr>
          <a:xfrm>
            <a:off x="4763386" y="1340673"/>
            <a:ext cx="3097644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EDE333DB-9FAD-F88B-A239-22A84A7E8589}"/>
              </a:ext>
            </a:extLst>
          </p:cNvPr>
          <p:cNvSpPr/>
          <p:nvPr userDrawn="1"/>
        </p:nvSpPr>
        <p:spPr>
          <a:xfrm>
            <a:off x="11079277" y="2081047"/>
            <a:ext cx="1112723" cy="2788285"/>
          </a:xfrm>
          <a:custGeom>
            <a:avLst/>
            <a:gdLst/>
            <a:ahLst/>
            <a:cxnLst/>
            <a:rect l="l" t="t" r="r" b="b"/>
            <a:pathLst>
              <a:path w="467995" h="2788285">
                <a:moveTo>
                  <a:pt x="0" y="2787954"/>
                </a:moveTo>
                <a:lnTo>
                  <a:pt x="467715" y="2787954"/>
                </a:lnTo>
                <a:lnTo>
                  <a:pt x="467715" y="0"/>
                </a:lnTo>
                <a:lnTo>
                  <a:pt x="0" y="0"/>
                </a:lnTo>
                <a:lnTo>
                  <a:pt x="0" y="278795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53EDA5F8-98ED-68D0-4DC4-92AAFB539F76}"/>
              </a:ext>
            </a:extLst>
          </p:cNvPr>
          <p:cNvSpPr/>
          <p:nvPr userDrawn="1"/>
        </p:nvSpPr>
        <p:spPr>
          <a:xfrm>
            <a:off x="8707047" y="1482685"/>
            <a:ext cx="3098165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287494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4287494"/>
                </a:lnTo>
                <a:lnTo>
                  <a:pt x="3097631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FA029EC7-8B3B-CF7A-A0AB-853474724AD8}"/>
              </a:ext>
            </a:extLst>
          </p:cNvPr>
          <p:cNvSpPr/>
          <p:nvPr userDrawn="1"/>
        </p:nvSpPr>
        <p:spPr>
          <a:xfrm>
            <a:off x="8543731" y="1325395"/>
            <a:ext cx="3098165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439893"/>
                </a:lnTo>
                <a:lnTo>
                  <a:pt x="3097631" y="4439893"/>
                </a:lnTo>
                <a:lnTo>
                  <a:pt x="3097631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3">
            <a:extLst>
              <a:ext uri="{FF2B5EF4-FFF2-40B4-BE49-F238E27FC236}">
                <a16:creationId xmlns:a16="http://schemas.microsoft.com/office/drawing/2014/main" id="{933CE19F-8B50-DA6A-4189-AD9FE66E9185}"/>
              </a:ext>
            </a:extLst>
          </p:cNvPr>
          <p:cNvSpPr/>
          <p:nvPr userDrawn="1"/>
        </p:nvSpPr>
        <p:spPr>
          <a:xfrm>
            <a:off x="1028894" y="1330286"/>
            <a:ext cx="3098165" cy="4449699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0" y="0"/>
                </a:moveTo>
                <a:lnTo>
                  <a:pt x="3097641" y="0"/>
                </a:lnTo>
                <a:lnTo>
                  <a:pt x="3097641" y="4439902"/>
                </a:lnTo>
                <a:lnTo>
                  <a:pt x="0" y="4439902"/>
                </a:lnTo>
                <a:lnTo>
                  <a:pt x="0" y="0"/>
                </a:lnTo>
                <a:close/>
              </a:path>
            </a:pathLst>
          </a:custGeom>
          <a:ln w="2540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Content Placeholder 51">
            <a:extLst>
              <a:ext uri="{FF2B5EF4-FFF2-40B4-BE49-F238E27FC236}">
                <a16:creationId xmlns:a16="http://schemas.microsoft.com/office/drawing/2014/main" id="{1FC17454-DD8C-2EB0-1A75-D89F8ECAB12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42822" y="2177504"/>
            <a:ext cx="3086718" cy="4028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8" name="Text Placeholder 46">
            <a:extLst>
              <a:ext uri="{FF2B5EF4-FFF2-40B4-BE49-F238E27FC236}">
                <a16:creationId xmlns:a16="http://schemas.microsoft.com/office/drawing/2014/main" id="{6DFBD942-BF9C-06F1-CDBE-151248FB45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2822" y="1332960"/>
            <a:ext cx="3086718" cy="550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A37AE468-5E9E-6BDF-7605-407FD725EA6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5851" y="1899276"/>
            <a:ext cx="3086718" cy="263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10" name="Content Placeholder 51">
            <a:extLst>
              <a:ext uri="{FF2B5EF4-FFF2-40B4-BE49-F238E27FC236}">
                <a16:creationId xmlns:a16="http://schemas.microsoft.com/office/drawing/2014/main" id="{F30138C5-D4A2-987F-AA27-F7D950041099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767747" y="2177505"/>
            <a:ext cx="3086718" cy="40316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8A437FCD-1F2C-6901-6C55-33EEA7F709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67747" y="1332960"/>
            <a:ext cx="3086718" cy="550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35AA525C-C3C5-43EC-C85C-6EDD354171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60776" y="1899276"/>
            <a:ext cx="3086718" cy="263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34" name="Text Placeholder 46">
            <a:extLst>
              <a:ext uri="{FF2B5EF4-FFF2-40B4-BE49-F238E27FC236}">
                <a16:creationId xmlns:a16="http://schemas.microsoft.com/office/drawing/2014/main" id="{26ED4285-D7E5-0419-92FB-9B127A57BF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27597" y="1332960"/>
            <a:ext cx="3086718" cy="550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35" name="Text Placeholder 46">
            <a:extLst>
              <a:ext uri="{FF2B5EF4-FFF2-40B4-BE49-F238E27FC236}">
                <a16:creationId xmlns:a16="http://schemas.microsoft.com/office/drawing/2014/main" id="{9B844B39-66EE-648D-C091-4BDF994779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0626" y="1899276"/>
            <a:ext cx="3086718" cy="263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40" name="Content Placeholder 51">
            <a:extLst>
              <a:ext uri="{FF2B5EF4-FFF2-40B4-BE49-F238E27FC236}">
                <a16:creationId xmlns:a16="http://schemas.microsoft.com/office/drawing/2014/main" id="{FF8A4D65-8195-18C6-5C07-FE0A711CEC7C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1027504" y="2152974"/>
            <a:ext cx="3084108" cy="4052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7" name="Content Placeholder 105">
            <a:extLst>
              <a:ext uri="{FF2B5EF4-FFF2-40B4-BE49-F238E27FC236}">
                <a16:creationId xmlns:a16="http://schemas.microsoft.com/office/drawing/2014/main" id="{491EE0E7-E0E5-4210-ED6F-C478B7CA680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69F395DF-E996-FEF5-0308-67AEA7D4AD9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36984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5111808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1">
            <a:extLst>
              <a:ext uri="{FF2B5EF4-FFF2-40B4-BE49-F238E27FC236}">
                <a16:creationId xmlns:a16="http://schemas.microsoft.com/office/drawing/2014/main" id="{0F42DD50-4B8B-9C30-8A8E-6E3A669BEC2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24182" y="1956953"/>
            <a:ext cx="7033993" cy="4227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5" name="Content Placeholder 105">
            <a:extLst>
              <a:ext uri="{FF2B5EF4-FFF2-40B4-BE49-F238E27FC236}">
                <a16:creationId xmlns:a16="http://schemas.microsoft.com/office/drawing/2014/main" id="{E4AA883C-3B27-BE44-53E2-DE7AB33DD10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2" name="object 25">
            <a:extLst>
              <a:ext uri="{FF2B5EF4-FFF2-40B4-BE49-F238E27FC236}">
                <a16:creationId xmlns:a16="http://schemas.microsoft.com/office/drawing/2014/main" id="{251FA787-4CE6-BFDE-E7F5-996F1A8A1A6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0268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3" name="object 19">
            <a:extLst>
              <a:ext uri="{FF2B5EF4-FFF2-40B4-BE49-F238E27FC236}">
                <a16:creationId xmlns:a16="http://schemas.microsoft.com/office/drawing/2014/main" id="{4B87219D-2D9E-176C-6C94-CBB1BD0EB737}"/>
              </a:ext>
            </a:extLst>
          </p:cNvPr>
          <p:cNvSpPr/>
          <p:nvPr userDrawn="1"/>
        </p:nvSpPr>
        <p:spPr>
          <a:xfrm>
            <a:off x="8707047" y="1332960"/>
            <a:ext cx="3217796" cy="4811848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287494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4287494"/>
                </a:lnTo>
                <a:lnTo>
                  <a:pt x="3097631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Group 19">
            <a:extLst>
              <a:ext uri="{FF2B5EF4-FFF2-40B4-BE49-F238E27FC236}">
                <a16:creationId xmlns:a16="http://schemas.microsoft.com/office/drawing/2014/main" id="{E3969559-0E75-F924-257F-DDEDC80D9CFC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16" name="Rectangle: Rounded Corners 20">
              <a:extLst>
                <a:ext uri="{FF2B5EF4-FFF2-40B4-BE49-F238E27FC236}">
                  <a16:creationId xmlns:a16="http://schemas.microsoft.com/office/drawing/2014/main" id="{3A2E33C4-9B7C-2F35-3797-8FD8AA1653F8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Rectangle: Rounded Corners 21">
              <a:extLst>
                <a:ext uri="{FF2B5EF4-FFF2-40B4-BE49-F238E27FC236}">
                  <a16:creationId xmlns:a16="http://schemas.microsoft.com/office/drawing/2014/main" id="{49840AA5-5637-7753-01A1-222E21C9041A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4B2CA09A-ED40-85EF-501F-DF298D052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7033992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19" name="Espaço Reservado para Texto 13">
            <a:extLst>
              <a:ext uri="{FF2B5EF4-FFF2-40B4-BE49-F238E27FC236}">
                <a16:creationId xmlns:a16="http://schemas.microsoft.com/office/drawing/2014/main" id="{B86A23C6-7F8D-352A-448D-17A195E95B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2" y="1691819"/>
            <a:ext cx="7033993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5AC2D3F1-A8F3-D2C0-D288-4963E737E29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707438" y="1956953"/>
            <a:ext cx="3209925" cy="42279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22" name="Espaço Reservado para Texto 4">
            <a:extLst>
              <a:ext uri="{FF2B5EF4-FFF2-40B4-BE49-F238E27FC236}">
                <a16:creationId xmlns:a16="http://schemas.microsoft.com/office/drawing/2014/main" id="{CDC26E95-A480-2BE9-8290-944C88A4E14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07047" y="1412359"/>
            <a:ext cx="3217796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3" name="Espaço Reservado para Texto 13">
            <a:extLst>
              <a:ext uri="{FF2B5EF4-FFF2-40B4-BE49-F238E27FC236}">
                <a16:creationId xmlns:a16="http://schemas.microsoft.com/office/drawing/2014/main" id="{7B5A1440-133E-A648-49D9-217BD11E8BE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707046" y="1691819"/>
            <a:ext cx="3217797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grpSp>
        <p:nvGrpSpPr>
          <p:cNvPr id="24" name="Group 19">
            <a:extLst>
              <a:ext uri="{FF2B5EF4-FFF2-40B4-BE49-F238E27FC236}">
                <a16:creationId xmlns:a16="http://schemas.microsoft.com/office/drawing/2014/main" id="{8C878B54-53A6-73BD-BD09-5CD182071B90}"/>
              </a:ext>
            </a:extLst>
          </p:cNvPr>
          <p:cNvGrpSpPr/>
          <p:nvPr userDrawn="1"/>
        </p:nvGrpSpPr>
        <p:grpSpPr>
          <a:xfrm>
            <a:off x="8458895" y="1432120"/>
            <a:ext cx="270363" cy="253515"/>
            <a:chOff x="1560790" y="3422211"/>
            <a:chExt cx="252678" cy="253515"/>
          </a:xfrm>
        </p:grpSpPr>
        <p:sp>
          <p:nvSpPr>
            <p:cNvPr id="25" name="Rectangle: Rounded Corners 20">
              <a:extLst>
                <a:ext uri="{FF2B5EF4-FFF2-40B4-BE49-F238E27FC236}">
                  <a16:creationId xmlns:a16="http://schemas.microsoft.com/office/drawing/2014/main" id="{6D634128-DDB5-CBF5-193E-6D3B3DB04EE4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Rectangle: Rounded Corners 21">
              <a:extLst>
                <a:ext uri="{FF2B5EF4-FFF2-40B4-BE49-F238E27FC236}">
                  <a16:creationId xmlns:a16="http://schemas.microsoft.com/office/drawing/2014/main" id="{E5B75129-5A99-489D-18D3-73CC79B22D41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49901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1">
            <a:extLst>
              <a:ext uri="{FF2B5EF4-FFF2-40B4-BE49-F238E27FC236}">
                <a16:creationId xmlns:a16="http://schemas.microsoft.com/office/drawing/2014/main" id="{0F42DD50-4B8B-9C30-8A8E-6E3A669BEC2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24182" y="1956953"/>
            <a:ext cx="10700661" cy="4227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5" name="Content Placeholder 105">
            <a:extLst>
              <a:ext uri="{FF2B5EF4-FFF2-40B4-BE49-F238E27FC236}">
                <a16:creationId xmlns:a16="http://schemas.microsoft.com/office/drawing/2014/main" id="{E4AA883C-3B27-BE44-53E2-DE7AB33DD10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2" name="object 25">
            <a:extLst>
              <a:ext uri="{FF2B5EF4-FFF2-40B4-BE49-F238E27FC236}">
                <a16:creationId xmlns:a16="http://schemas.microsoft.com/office/drawing/2014/main" id="{251FA787-4CE6-BFDE-E7F5-996F1A8A1A6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0268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4B2CA09A-ED40-85EF-501F-DF298D052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2" y="1412359"/>
            <a:ext cx="10700659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19" name="Espaço Reservado para Texto 13">
            <a:extLst>
              <a:ext uri="{FF2B5EF4-FFF2-40B4-BE49-F238E27FC236}">
                <a16:creationId xmlns:a16="http://schemas.microsoft.com/office/drawing/2014/main" id="{B86A23C6-7F8D-352A-448D-17A195E95B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2" y="1691819"/>
            <a:ext cx="10700661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B9FC2AFE-71A3-1020-8E80-02D458238937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4" name="Rectangle: Rounded Corners 20">
              <a:extLst>
                <a:ext uri="{FF2B5EF4-FFF2-40B4-BE49-F238E27FC236}">
                  <a16:creationId xmlns:a16="http://schemas.microsoft.com/office/drawing/2014/main" id="{B357A62B-D600-18AD-5A25-497B5C630D3E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" name="Rectangle: Rounded Corners 21">
              <a:extLst>
                <a:ext uri="{FF2B5EF4-FFF2-40B4-BE49-F238E27FC236}">
                  <a16:creationId xmlns:a16="http://schemas.microsoft.com/office/drawing/2014/main" id="{A4FAC37B-EBC0-101F-9FB9-185354634212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7193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808586A2-AC4D-34C4-D7E7-A64AA04E1E1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CC8D9FA6-D761-2C8F-671A-7D646FE8DD3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841034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C7BAE5C9-0477-18EB-375D-ED1C84E78AC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24065" y="3352960"/>
            <a:ext cx="10444830" cy="30003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B995796B-638E-342E-AAFC-0F319D54A540}"/>
              </a:ext>
            </a:extLst>
          </p:cNvPr>
          <p:cNvSpPr/>
          <p:nvPr userDrawn="1"/>
        </p:nvSpPr>
        <p:spPr>
          <a:xfrm>
            <a:off x="1224064" y="1340065"/>
            <a:ext cx="10967936" cy="1780822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4" y="0"/>
                </a:moveTo>
                <a:lnTo>
                  <a:pt x="0" y="0"/>
                </a:lnTo>
                <a:lnTo>
                  <a:pt x="0" y="4439899"/>
                </a:lnTo>
                <a:lnTo>
                  <a:pt x="3097634" y="4439899"/>
                </a:lnTo>
                <a:lnTo>
                  <a:pt x="3097634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8143BE9-5F6D-8071-AB04-5972B476153D}"/>
              </a:ext>
            </a:extLst>
          </p:cNvPr>
          <p:cNvSpPr/>
          <p:nvPr userDrawn="1"/>
        </p:nvSpPr>
        <p:spPr>
          <a:xfrm rot="2700000">
            <a:off x="999482" y="1661310"/>
            <a:ext cx="366419" cy="195283"/>
          </a:xfrm>
          <a:prstGeom prst="triangle">
            <a:avLst/>
          </a:prstGeom>
          <a:solidFill>
            <a:srgbClr val="BD51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06ABC1-975C-01F1-D163-66B353511DF1}"/>
              </a:ext>
            </a:extLst>
          </p:cNvPr>
          <p:cNvSpPr/>
          <p:nvPr userDrawn="1"/>
        </p:nvSpPr>
        <p:spPr>
          <a:xfrm>
            <a:off x="984102" y="1262270"/>
            <a:ext cx="2017643" cy="437321"/>
          </a:xfrm>
          <a:prstGeom prst="rect">
            <a:avLst/>
          </a:prstGeom>
          <a:solidFill>
            <a:srgbClr val="F2A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612BD7E4-A973-3275-E018-D4CEE223FD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100" y="1301168"/>
            <a:ext cx="2017646" cy="2980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2" name="Content Placeholder 105">
            <a:extLst>
              <a:ext uri="{FF2B5EF4-FFF2-40B4-BE49-F238E27FC236}">
                <a16:creationId xmlns:a16="http://schemas.microsoft.com/office/drawing/2014/main" id="{3B403A97-D19B-FD48-DF8F-3B1ADA29A61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224063" y="3120888"/>
            <a:ext cx="10444830" cy="220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6" name="Content Placeholder 105">
            <a:extLst>
              <a:ext uri="{FF2B5EF4-FFF2-40B4-BE49-F238E27FC236}">
                <a16:creationId xmlns:a16="http://schemas.microsoft.com/office/drawing/2014/main" id="{4E21E371-EEC7-17CE-DD5F-A9634F11222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A72D3F6-4379-1688-0609-9303F08C1C9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495040" y="1712775"/>
            <a:ext cx="3632200" cy="1396335"/>
          </a:xfrm>
          <a:prstGeom prst="rect">
            <a:avLst/>
          </a:prstGeom>
        </p:spPr>
        <p:txBody>
          <a:bodyPr/>
          <a:lstStyle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8BE6BE4-1FCE-0889-AC6F-D1280CA1831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36693" y="1700998"/>
            <a:ext cx="3632200" cy="1408112"/>
          </a:xfrm>
          <a:prstGeom prst="rect">
            <a:avLst/>
          </a:prstGeom>
        </p:spPr>
        <p:txBody>
          <a:bodyPr/>
          <a:lstStyle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8E43A5A-292E-F870-4460-9C9F41F7878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95040" y="1339850"/>
            <a:ext cx="3632200" cy="347663"/>
          </a:xfrm>
          <a:prstGeom prst="rect">
            <a:avLst/>
          </a:prstGeom>
        </p:spPr>
        <p:txBody>
          <a:bodyPr/>
          <a:lstStyle>
            <a:lvl2pPr marL="457200" indent="0">
              <a:buNone/>
              <a:defRPr/>
            </a:lvl2pPr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C8E57D5-8238-4629-9BE0-CD06048B9CD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036693" y="1326954"/>
            <a:ext cx="3632200" cy="347663"/>
          </a:xfrm>
          <a:prstGeom prst="rect">
            <a:avLst/>
          </a:prstGeom>
        </p:spPr>
        <p:txBody>
          <a:bodyPr/>
          <a:lstStyle>
            <a:lvl2pPr marL="457200" indent="0">
              <a:buNone/>
              <a:defRPr/>
            </a:lvl2pPr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89AE518C-6A26-6C00-EE16-442357F1C88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857645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4E90AE9-0381-5CED-D92E-F7067A740609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25" name="Rectangle: Rounded Corners 20">
              <a:extLst>
                <a:ext uri="{FF2B5EF4-FFF2-40B4-BE49-F238E27FC236}">
                  <a16:creationId xmlns:a16="http://schemas.microsoft.com/office/drawing/2014/main" id="{5E106E74-1A30-9F39-70E0-3C602E277DAD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Rectangle: Rounded Corners 21">
              <a:extLst>
                <a:ext uri="{FF2B5EF4-FFF2-40B4-BE49-F238E27FC236}">
                  <a16:creationId xmlns:a16="http://schemas.microsoft.com/office/drawing/2014/main" id="{B7E73495-696F-CAE9-A01E-F909E595E90F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8" name="Group 19">
            <a:extLst>
              <a:ext uri="{FF2B5EF4-FFF2-40B4-BE49-F238E27FC236}">
                <a16:creationId xmlns:a16="http://schemas.microsoft.com/office/drawing/2014/main" id="{F8758614-AC86-7EEF-39C1-5478035751D1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29" name="Rectangle: Rounded Corners 20">
              <a:extLst>
                <a:ext uri="{FF2B5EF4-FFF2-40B4-BE49-F238E27FC236}">
                  <a16:creationId xmlns:a16="http://schemas.microsoft.com/office/drawing/2014/main" id="{BE211A53-7A61-BD2B-A61D-4E0FDA171A95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Rectangle: Rounded Corners 21">
              <a:extLst>
                <a:ext uri="{FF2B5EF4-FFF2-40B4-BE49-F238E27FC236}">
                  <a16:creationId xmlns:a16="http://schemas.microsoft.com/office/drawing/2014/main" id="{420C72B2-6025-A456-072C-7A14CE0B9DFF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11195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2927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8D7C149-3206-94CA-C2B9-9C9F6E611005}"/>
              </a:ext>
            </a:extLst>
          </p:cNvPr>
          <p:cNvGrpSpPr/>
          <p:nvPr userDrawn="1"/>
        </p:nvGrpSpPr>
        <p:grpSpPr>
          <a:xfrm>
            <a:off x="1154606" y="4883621"/>
            <a:ext cx="5007863" cy="1490854"/>
            <a:chOff x="1210056" y="4637452"/>
            <a:chExt cx="5007863" cy="1490854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F556F32-8BE6-1E72-FBFC-A20467A0A640}"/>
                </a:ext>
              </a:extLst>
            </p:cNvPr>
            <p:cNvSpPr/>
            <p:nvPr/>
          </p:nvSpPr>
          <p:spPr>
            <a:xfrm>
              <a:off x="1210056" y="4637452"/>
              <a:ext cx="1981200" cy="652780"/>
            </a:xfrm>
            <a:custGeom>
              <a:avLst/>
              <a:gdLst/>
              <a:ahLst/>
              <a:cxnLst/>
              <a:rect l="l" t="t" r="r" b="b"/>
              <a:pathLst>
                <a:path w="1981200" h="652779">
                  <a:moveTo>
                    <a:pt x="1981073" y="0"/>
                  </a:moveTo>
                  <a:lnTo>
                    <a:pt x="0" y="0"/>
                  </a:lnTo>
                  <a:lnTo>
                    <a:pt x="0" y="42633"/>
                  </a:lnTo>
                  <a:lnTo>
                    <a:pt x="0" y="652272"/>
                  </a:lnTo>
                  <a:lnTo>
                    <a:pt x="1981073" y="652272"/>
                  </a:lnTo>
                  <a:lnTo>
                    <a:pt x="1981073" y="42633"/>
                  </a:lnTo>
                  <a:lnTo>
                    <a:pt x="1981073" y="0"/>
                  </a:lnTo>
                  <a:close/>
                </a:path>
              </a:pathLst>
            </a:custGeom>
            <a:solidFill>
              <a:srgbClr val="2863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5" name="object 15">
              <a:extLst>
                <a:ext uri="{FF2B5EF4-FFF2-40B4-BE49-F238E27FC236}">
                  <a16:creationId xmlns:a16="http://schemas.microsoft.com/office/drawing/2014/main" id="{615FD9B9-0162-4EB5-AAF9-D0A7FCD96014}"/>
                </a:ext>
              </a:extLst>
            </p:cNvPr>
            <p:cNvGrpSpPr/>
            <p:nvPr/>
          </p:nvGrpSpPr>
          <p:grpSpPr>
            <a:xfrm>
              <a:off x="1267967" y="4680086"/>
              <a:ext cx="4949952" cy="1448220"/>
              <a:chOff x="7013447" y="4782273"/>
              <a:chExt cx="4949952" cy="1448220"/>
            </a:xfrm>
          </p:grpSpPr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F1659508-821F-04A2-F8D9-4417F2541D16}"/>
                  </a:ext>
                </a:extLst>
              </p:cNvPr>
              <p:cNvSpPr/>
              <p:nvPr/>
            </p:nvSpPr>
            <p:spPr>
              <a:xfrm>
                <a:off x="9890760" y="5580888"/>
                <a:ext cx="2072639" cy="649605"/>
              </a:xfrm>
              <a:custGeom>
                <a:avLst/>
                <a:gdLst/>
                <a:ahLst/>
                <a:cxnLst/>
                <a:rect l="l" t="t" r="r" b="b"/>
                <a:pathLst>
                  <a:path w="2072640" h="649604">
                    <a:moveTo>
                      <a:pt x="2072513" y="0"/>
                    </a:moveTo>
                    <a:lnTo>
                      <a:pt x="0" y="0"/>
                    </a:lnTo>
                    <a:lnTo>
                      <a:pt x="0" y="600290"/>
                    </a:lnTo>
                    <a:lnTo>
                      <a:pt x="0" y="649198"/>
                    </a:lnTo>
                    <a:lnTo>
                      <a:pt x="2072513" y="649198"/>
                    </a:lnTo>
                    <a:lnTo>
                      <a:pt x="2072513" y="600290"/>
                    </a:lnTo>
                    <a:lnTo>
                      <a:pt x="2072513" y="0"/>
                    </a:lnTo>
                    <a:close/>
                  </a:path>
                </a:pathLst>
              </a:custGeom>
              <a:solidFill>
                <a:srgbClr val="28637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B354C74F-D191-6295-79E0-BE169933E67A}"/>
                  </a:ext>
                </a:extLst>
              </p:cNvPr>
              <p:cNvSpPr/>
              <p:nvPr userDrawn="1"/>
            </p:nvSpPr>
            <p:spPr>
              <a:xfrm>
                <a:off x="7013447" y="4782273"/>
                <a:ext cx="4892040" cy="1398905"/>
              </a:xfrm>
              <a:custGeom>
                <a:avLst/>
                <a:gdLst/>
                <a:ahLst/>
                <a:cxnLst/>
                <a:rect l="l" t="t" r="r" b="b"/>
                <a:pathLst>
                  <a:path w="4892040" h="1398904">
                    <a:moveTo>
                      <a:pt x="4891913" y="0"/>
                    </a:moveTo>
                    <a:lnTo>
                      <a:pt x="0" y="0"/>
                    </a:lnTo>
                    <a:lnTo>
                      <a:pt x="0" y="1398904"/>
                    </a:lnTo>
                    <a:lnTo>
                      <a:pt x="4891913" y="1398904"/>
                    </a:lnTo>
                    <a:lnTo>
                      <a:pt x="4891913" y="0"/>
                    </a:lnTo>
                    <a:close/>
                  </a:path>
                </a:pathLst>
              </a:custGeom>
              <a:solidFill>
                <a:srgbClr val="EFEFE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3EA87329-ACB3-8207-6F0F-67FA52B093C8}"/>
                  </a:ext>
                </a:extLst>
              </p:cNvPr>
              <p:cNvSpPr/>
              <p:nvPr/>
            </p:nvSpPr>
            <p:spPr>
              <a:xfrm>
                <a:off x="7229855" y="4913376"/>
                <a:ext cx="478790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8789">
                    <a:moveTo>
                      <a:pt x="478535" y="0"/>
                    </a:moveTo>
                    <a:lnTo>
                      <a:pt x="0" y="0"/>
                    </a:lnTo>
                    <a:lnTo>
                      <a:pt x="0" y="478536"/>
                    </a:lnTo>
                    <a:lnTo>
                      <a:pt x="478535" y="478536"/>
                    </a:lnTo>
                    <a:lnTo>
                      <a:pt x="478535" y="0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032F6E05-E36F-2FE5-8756-1418048E82E4}"/>
                  </a:ext>
                </a:extLst>
              </p:cNvPr>
              <p:cNvSpPr/>
              <p:nvPr/>
            </p:nvSpPr>
            <p:spPr>
              <a:xfrm>
                <a:off x="7229855" y="4913376"/>
                <a:ext cx="478790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8789">
                    <a:moveTo>
                      <a:pt x="0" y="478536"/>
                    </a:moveTo>
                    <a:lnTo>
                      <a:pt x="478535" y="478536"/>
                    </a:lnTo>
                    <a:lnTo>
                      <a:pt x="478535" y="0"/>
                    </a:lnTo>
                    <a:lnTo>
                      <a:pt x="0" y="0"/>
                    </a:lnTo>
                    <a:lnTo>
                      <a:pt x="0" y="478536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88DEEEC5-FC94-36C5-54CA-365869682DA2}"/>
                  </a:ext>
                </a:extLst>
              </p:cNvPr>
              <p:cNvSpPr/>
              <p:nvPr/>
            </p:nvSpPr>
            <p:spPr>
              <a:xfrm>
                <a:off x="7229855" y="5544312"/>
                <a:ext cx="478790" cy="475615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5614">
                    <a:moveTo>
                      <a:pt x="478535" y="0"/>
                    </a:moveTo>
                    <a:lnTo>
                      <a:pt x="0" y="0"/>
                    </a:lnTo>
                    <a:lnTo>
                      <a:pt x="0" y="475488"/>
                    </a:lnTo>
                    <a:lnTo>
                      <a:pt x="478535" y="475488"/>
                    </a:lnTo>
                    <a:lnTo>
                      <a:pt x="478535" y="0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3E5EB97C-D589-CC57-FBA8-7A8FE69712C9}"/>
                  </a:ext>
                </a:extLst>
              </p:cNvPr>
              <p:cNvSpPr/>
              <p:nvPr/>
            </p:nvSpPr>
            <p:spPr>
              <a:xfrm>
                <a:off x="7229855" y="5544312"/>
                <a:ext cx="478790" cy="475615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5614">
                    <a:moveTo>
                      <a:pt x="0" y="475488"/>
                    </a:moveTo>
                    <a:lnTo>
                      <a:pt x="478535" y="475488"/>
                    </a:lnTo>
                    <a:lnTo>
                      <a:pt x="478535" y="0"/>
                    </a:lnTo>
                    <a:lnTo>
                      <a:pt x="0" y="0"/>
                    </a:lnTo>
                    <a:lnTo>
                      <a:pt x="0" y="475488"/>
                    </a:lnTo>
                    <a:close/>
                  </a:path>
                </a:pathLst>
              </a:custGeom>
              <a:ln w="12700">
                <a:solidFill>
                  <a:srgbClr val="0D0D0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8AE8E20C-EF47-4718-AB17-D7C93DE52F3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123615" y="5722886"/>
            <a:ext cx="3785302" cy="227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endParaRPr lang="pt-BR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C4834D30-AE5D-447B-7431-C76DA8353BA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429560" y="5063202"/>
            <a:ext cx="478155" cy="4729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pt-BR"/>
              <a:t>A</a:t>
            </a:r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628E4260-CF2B-EC92-F132-A60E94B0BC8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429560" y="5688041"/>
            <a:ext cx="478155" cy="47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pt-BR"/>
              <a:t>A</a:t>
            </a:r>
          </a:p>
        </p:txBody>
      </p:sp>
      <p:sp>
        <p:nvSpPr>
          <p:cNvPr id="31" name="Text Placeholder 38">
            <a:extLst>
              <a:ext uri="{FF2B5EF4-FFF2-40B4-BE49-F238E27FC236}">
                <a16:creationId xmlns:a16="http://schemas.microsoft.com/office/drawing/2014/main" id="{DDB939E5-1E7C-DD90-5474-167B1D9563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113583" y="5082096"/>
            <a:ext cx="3785302" cy="227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endParaRPr lang="pt-BR"/>
          </a:p>
        </p:txBody>
      </p:sp>
      <p:grpSp>
        <p:nvGrpSpPr>
          <p:cNvPr id="39" name="Group 19">
            <a:extLst>
              <a:ext uri="{FF2B5EF4-FFF2-40B4-BE49-F238E27FC236}">
                <a16:creationId xmlns:a16="http://schemas.microsoft.com/office/drawing/2014/main" id="{5E8A618F-A3D0-08E1-5D48-13146842A210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40" name="Rectangle: Rounded Corners 20">
              <a:extLst>
                <a:ext uri="{FF2B5EF4-FFF2-40B4-BE49-F238E27FC236}">
                  <a16:creationId xmlns:a16="http://schemas.microsoft.com/office/drawing/2014/main" id="{63FC1885-9D1F-9F1E-18BE-09ECD99A2A58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Rectangle: Rounded Corners 21">
              <a:extLst>
                <a:ext uri="{FF2B5EF4-FFF2-40B4-BE49-F238E27FC236}">
                  <a16:creationId xmlns:a16="http://schemas.microsoft.com/office/drawing/2014/main" id="{0594AB00-405E-34EC-E55D-FEE9525E678F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42" name="Group 19">
            <a:extLst>
              <a:ext uri="{FF2B5EF4-FFF2-40B4-BE49-F238E27FC236}">
                <a16:creationId xmlns:a16="http://schemas.microsoft.com/office/drawing/2014/main" id="{D3D0E7B2-E0F5-70D7-6B6D-D7D750AE6E42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43" name="Rectangle: Rounded Corners 20">
              <a:extLst>
                <a:ext uri="{FF2B5EF4-FFF2-40B4-BE49-F238E27FC236}">
                  <a16:creationId xmlns:a16="http://schemas.microsoft.com/office/drawing/2014/main" id="{E75F5E1D-EA78-5632-4150-0B8A42F1080E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Rectangle: Rounded Corners 21">
              <a:extLst>
                <a:ext uri="{FF2B5EF4-FFF2-40B4-BE49-F238E27FC236}">
                  <a16:creationId xmlns:a16="http://schemas.microsoft.com/office/drawing/2014/main" id="{2F3A07D9-2686-0BE8-501A-A66E221CACCF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18719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2D25D094-93A7-FB9C-801A-6F6DD612159B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6" name="Rectangle: Rounded Corners 20">
              <a:extLst>
                <a:ext uri="{FF2B5EF4-FFF2-40B4-BE49-F238E27FC236}">
                  <a16:creationId xmlns:a16="http://schemas.microsoft.com/office/drawing/2014/main" id="{CD0F621C-A608-247A-6702-689D5A1C7957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Rectangle: Rounded Corners 21">
              <a:extLst>
                <a:ext uri="{FF2B5EF4-FFF2-40B4-BE49-F238E27FC236}">
                  <a16:creationId xmlns:a16="http://schemas.microsoft.com/office/drawing/2014/main" id="{829ABDC2-6185-BD3E-6C9D-A6D550B5BEAC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0" name="Group 19">
            <a:extLst>
              <a:ext uri="{FF2B5EF4-FFF2-40B4-BE49-F238E27FC236}">
                <a16:creationId xmlns:a16="http://schemas.microsoft.com/office/drawing/2014/main" id="{04BFB846-2EEB-11A1-D713-2307080DBEEB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11" name="Rectangle: Rounded Corners 20">
              <a:extLst>
                <a:ext uri="{FF2B5EF4-FFF2-40B4-BE49-F238E27FC236}">
                  <a16:creationId xmlns:a16="http://schemas.microsoft.com/office/drawing/2014/main" id="{8CA966C3-58E9-CC0C-CFDE-9F906D4E8844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Rectangle: Rounded Corners 21">
              <a:extLst>
                <a:ext uri="{FF2B5EF4-FFF2-40B4-BE49-F238E27FC236}">
                  <a16:creationId xmlns:a16="http://schemas.microsoft.com/office/drawing/2014/main" id="{7CB7B4B0-3944-6800-1701-14BCF23DB741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2912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1F5BF6-BE41-DEE9-6F06-FE453E415EFF}"/>
              </a:ext>
            </a:extLst>
          </p:cNvPr>
          <p:cNvGrpSpPr/>
          <p:nvPr userDrawn="1"/>
        </p:nvGrpSpPr>
        <p:grpSpPr>
          <a:xfrm>
            <a:off x="6749221" y="4862106"/>
            <a:ext cx="5007863" cy="1490854"/>
            <a:chOff x="1210056" y="4637452"/>
            <a:chExt cx="5007863" cy="1490854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8013440-12D4-849B-9997-8FF2249EB324}"/>
                </a:ext>
              </a:extLst>
            </p:cNvPr>
            <p:cNvSpPr/>
            <p:nvPr/>
          </p:nvSpPr>
          <p:spPr>
            <a:xfrm>
              <a:off x="1210056" y="4637452"/>
              <a:ext cx="1981200" cy="652780"/>
            </a:xfrm>
            <a:custGeom>
              <a:avLst/>
              <a:gdLst/>
              <a:ahLst/>
              <a:cxnLst/>
              <a:rect l="l" t="t" r="r" b="b"/>
              <a:pathLst>
                <a:path w="1981200" h="652779">
                  <a:moveTo>
                    <a:pt x="1981073" y="0"/>
                  </a:moveTo>
                  <a:lnTo>
                    <a:pt x="0" y="0"/>
                  </a:lnTo>
                  <a:lnTo>
                    <a:pt x="0" y="42633"/>
                  </a:lnTo>
                  <a:lnTo>
                    <a:pt x="0" y="652272"/>
                  </a:lnTo>
                  <a:lnTo>
                    <a:pt x="1981073" y="652272"/>
                  </a:lnTo>
                  <a:lnTo>
                    <a:pt x="1981073" y="42633"/>
                  </a:lnTo>
                  <a:lnTo>
                    <a:pt x="1981073" y="0"/>
                  </a:lnTo>
                  <a:close/>
                </a:path>
              </a:pathLst>
            </a:custGeom>
            <a:solidFill>
              <a:srgbClr val="2863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5" name="object 15">
              <a:extLst>
                <a:ext uri="{FF2B5EF4-FFF2-40B4-BE49-F238E27FC236}">
                  <a16:creationId xmlns:a16="http://schemas.microsoft.com/office/drawing/2014/main" id="{A0499829-00C6-A091-AF11-2CBC3FB4DB66}"/>
                </a:ext>
              </a:extLst>
            </p:cNvPr>
            <p:cNvGrpSpPr/>
            <p:nvPr/>
          </p:nvGrpSpPr>
          <p:grpSpPr>
            <a:xfrm>
              <a:off x="1267967" y="4680086"/>
              <a:ext cx="4949952" cy="1448220"/>
              <a:chOff x="7013447" y="4782273"/>
              <a:chExt cx="4949952" cy="1448220"/>
            </a:xfrm>
          </p:grpSpPr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2D1824E-DD04-4480-FF45-CB110DFFFAA8}"/>
                  </a:ext>
                </a:extLst>
              </p:cNvPr>
              <p:cNvSpPr/>
              <p:nvPr/>
            </p:nvSpPr>
            <p:spPr>
              <a:xfrm>
                <a:off x="9890760" y="5580888"/>
                <a:ext cx="2072639" cy="649605"/>
              </a:xfrm>
              <a:custGeom>
                <a:avLst/>
                <a:gdLst/>
                <a:ahLst/>
                <a:cxnLst/>
                <a:rect l="l" t="t" r="r" b="b"/>
                <a:pathLst>
                  <a:path w="2072640" h="649604">
                    <a:moveTo>
                      <a:pt x="2072513" y="0"/>
                    </a:moveTo>
                    <a:lnTo>
                      <a:pt x="0" y="0"/>
                    </a:lnTo>
                    <a:lnTo>
                      <a:pt x="0" y="600290"/>
                    </a:lnTo>
                    <a:lnTo>
                      <a:pt x="0" y="649198"/>
                    </a:lnTo>
                    <a:lnTo>
                      <a:pt x="2072513" y="649198"/>
                    </a:lnTo>
                    <a:lnTo>
                      <a:pt x="2072513" y="600290"/>
                    </a:lnTo>
                    <a:lnTo>
                      <a:pt x="2072513" y="0"/>
                    </a:lnTo>
                    <a:close/>
                  </a:path>
                </a:pathLst>
              </a:custGeom>
              <a:solidFill>
                <a:srgbClr val="28637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0F48C6CD-FFAF-CB95-A05B-4B54363BE3E9}"/>
                  </a:ext>
                </a:extLst>
              </p:cNvPr>
              <p:cNvSpPr/>
              <p:nvPr userDrawn="1"/>
            </p:nvSpPr>
            <p:spPr>
              <a:xfrm>
                <a:off x="7013447" y="4782273"/>
                <a:ext cx="4892040" cy="1398905"/>
              </a:xfrm>
              <a:custGeom>
                <a:avLst/>
                <a:gdLst/>
                <a:ahLst/>
                <a:cxnLst/>
                <a:rect l="l" t="t" r="r" b="b"/>
                <a:pathLst>
                  <a:path w="4892040" h="1398904">
                    <a:moveTo>
                      <a:pt x="4891913" y="0"/>
                    </a:moveTo>
                    <a:lnTo>
                      <a:pt x="0" y="0"/>
                    </a:lnTo>
                    <a:lnTo>
                      <a:pt x="0" y="1398904"/>
                    </a:lnTo>
                    <a:lnTo>
                      <a:pt x="4891913" y="1398904"/>
                    </a:lnTo>
                    <a:lnTo>
                      <a:pt x="4891913" y="0"/>
                    </a:lnTo>
                    <a:close/>
                  </a:path>
                </a:pathLst>
              </a:custGeom>
              <a:solidFill>
                <a:srgbClr val="EFEFE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E3BEC42C-AB00-F683-82F1-14134493B3AE}"/>
                  </a:ext>
                </a:extLst>
              </p:cNvPr>
              <p:cNvSpPr/>
              <p:nvPr/>
            </p:nvSpPr>
            <p:spPr>
              <a:xfrm>
                <a:off x="7229855" y="4913376"/>
                <a:ext cx="478790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8789">
                    <a:moveTo>
                      <a:pt x="478535" y="0"/>
                    </a:moveTo>
                    <a:lnTo>
                      <a:pt x="0" y="0"/>
                    </a:lnTo>
                    <a:lnTo>
                      <a:pt x="0" y="478536"/>
                    </a:lnTo>
                    <a:lnTo>
                      <a:pt x="478535" y="478536"/>
                    </a:lnTo>
                    <a:lnTo>
                      <a:pt x="478535" y="0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8FBAE54D-DD38-43E8-6E15-D9D26C399666}"/>
                  </a:ext>
                </a:extLst>
              </p:cNvPr>
              <p:cNvSpPr/>
              <p:nvPr/>
            </p:nvSpPr>
            <p:spPr>
              <a:xfrm>
                <a:off x="7229855" y="4913376"/>
                <a:ext cx="478790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8789">
                    <a:moveTo>
                      <a:pt x="0" y="478536"/>
                    </a:moveTo>
                    <a:lnTo>
                      <a:pt x="478535" y="478536"/>
                    </a:lnTo>
                    <a:lnTo>
                      <a:pt x="478535" y="0"/>
                    </a:lnTo>
                    <a:lnTo>
                      <a:pt x="0" y="0"/>
                    </a:lnTo>
                    <a:lnTo>
                      <a:pt x="0" y="478536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78392CCA-AE10-76AC-13A0-15C6C367D2A1}"/>
                  </a:ext>
                </a:extLst>
              </p:cNvPr>
              <p:cNvSpPr/>
              <p:nvPr/>
            </p:nvSpPr>
            <p:spPr>
              <a:xfrm>
                <a:off x="7229855" y="5544312"/>
                <a:ext cx="478790" cy="475615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5614">
                    <a:moveTo>
                      <a:pt x="478535" y="0"/>
                    </a:moveTo>
                    <a:lnTo>
                      <a:pt x="0" y="0"/>
                    </a:lnTo>
                    <a:lnTo>
                      <a:pt x="0" y="475488"/>
                    </a:lnTo>
                    <a:lnTo>
                      <a:pt x="478535" y="475488"/>
                    </a:lnTo>
                    <a:lnTo>
                      <a:pt x="478535" y="0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F58BA4E5-2BBF-0A5E-9B83-0249AC905688}"/>
                  </a:ext>
                </a:extLst>
              </p:cNvPr>
              <p:cNvSpPr/>
              <p:nvPr/>
            </p:nvSpPr>
            <p:spPr>
              <a:xfrm>
                <a:off x="7229855" y="5544312"/>
                <a:ext cx="478790" cy="475615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5614">
                    <a:moveTo>
                      <a:pt x="0" y="475488"/>
                    </a:moveTo>
                    <a:lnTo>
                      <a:pt x="478535" y="475488"/>
                    </a:lnTo>
                    <a:lnTo>
                      <a:pt x="478535" y="0"/>
                    </a:lnTo>
                    <a:lnTo>
                      <a:pt x="0" y="0"/>
                    </a:lnTo>
                    <a:lnTo>
                      <a:pt x="0" y="475488"/>
                    </a:lnTo>
                    <a:close/>
                  </a:path>
                </a:pathLst>
              </a:custGeom>
              <a:ln w="12700">
                <a:solidFill>
                  <a:srgbClr val="0D0D0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C2FB0EA9-B7E7-BE37-DBFB-BE15199D66D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18230" y="5701371"/>
            <a:ext cx="3785302" cy="227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endParaRPr lang="pt-BR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8BF146D1-7F3F-D5FB-E56C-64FC4BEFE69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024175" y="5041687"/>
            <a:ext cx="478155" cy="4729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pt-BR"/>
              <a:t>A</a:t>
            </a:r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89E90C50-A13D-4107-5425-0046F6A5662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24175" y="5666526"/>
            <a:ext cx="478155" cy="47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pt-BR"/>
              <a:t>A</a:t>
            </a:r>
          </a:p>
        </p:txBody>
      </p:sp>
      <p:sp>
        <p:nvSpPr>
          <p:cNvPr id="31" name="Text Placeholder 38">
            <a:extLst>
              <a:ext uri="{FF2B5EF4-FFF2-40B4-BE49-F238E27FC236}">
                <a16:creationId xmlns:a16="http://schemas.microsoft.com/office/drawing/2014/main" id="{830C2B32-A899-C351-EE24-96EC5C51ABA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08198" y="5060581"/>
            <a:ext cx="3785302" cy="227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229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4190618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8" name="Espaço Reservado para Gráfico 41">
            <a:extLst>
              <a:ext uri="{FF2B5EF4-FFF2-40B4-BE49-F238E27FC236}">
                <a16:creationId xmlns:a16="http://schemas.microsoft.com/office/drawing/2014/main" id="{8C365E9E-4DF9-C6D7-DA09-AE0D1D9A1A3A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224182" y="1938707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9" name="Espaço Reservado para Texto 13">
            <a:extLst>
              <a:ext uri="{FF2B5EF4-FFF2-40B4-BE49-F238E27FC236}">
                <a16:creationId xmlns:a16="http://schemas.microsoft.com/office/drawing/2014/main" id="{915E9B79-35E4-94D0-AD46-3C6512FA7D6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24182" y="3932344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grpSp>
        <p:nvGrpSpPr>
          <p:cNvPr id="33" name="Group 19">
            <a:extLst>
              <a:ext uri="{FF2B5EF4-FFF2-40B4-BE49-F238E27FC236}">
                <a16:creationId xmlns:a16="http://schemas.microsoft.com/office/drawing/2014/main" id="{29399761-8777-A516-0898-6EA7907C5AEC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34" name="Rectangle: Rounded Corners 20">
              <a:extLst>
                <a:ext uri="{FF2B5EF4-FFF2-40B4-BE49-F238E27FC236}">
                  <a16:creationId xmlns:a16="http://schemas.microsoft.com/office/drawing/2014/main" id="{42D52273-D762-DE36-93D2-68B3CD9A685E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Rectangle: Rounded Corners 21">
              <a:extLst>
                <a:ext uri="{FF2B5EF4-FFF2-40B4-BE49-F238E27FC236}">
                  <a16:creationId xmlns:a16="http://schemas.microsoft.com/office/drawing/2014/main" id="{883C6485-FD69-6809-34F6-BBFD2B23ACA6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7" name="Group 19">
            <a:extLst>
              <a:ext uri="{FF2B5EF4-FFF2-40B4-BE49-F238E27FC236}">
                <a16:creationId xmlns:a16="http://schemas.microsoft.com/office/drawing/2014/main" id="{D14CA5CE-B9B3-73DC-26A9-0909CE9F8100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38" name="Rectangle: Rounded Corners 20">
              <a:extLst>
                <a:ext uri="{FF2B5EF4-FFF2-40B4-BE49-F238E27FC236}">
                  <a16:creationId xmlns:a16="http://schemas.microsoft.com/office/drawing/2014/main" id="{7012DC58-5EE9-9724-C627-CE393551E722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Rectangle: Rounded Corners 21">
              <a:extLst>
                <a:ext uri="{FF2B5EF4-FFF2-40B4-BE49-F238E27FC236}">
                  <a16:creationId xmlns:a16="http://schemas.microsoft.com/office/drawing/2014/main" id="{7ACF9199-7C18-BBAD-B60C-1BED28E8E522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79850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2999" y="394821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3" name="Group 19">
            <a:extLst>
              <a:ext uri="{FF2B5EF4-FFF2-40B4-BE49-F238E27FC236}">
                <a16:creationId xmlns:a16="http://schemas.microsoft.com/office/drawing/2014/main" id="{5E0CFCFA-09E6-BB68-2F6B-E38B5C1598E4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14" name="Rectangle: Rounded Corners 20">
              <a:extLst>
                <a:ext uri="{FF2B5EF4-FFF2-40B4-BE49-F238E27FC236}">
                  <a16:creationId xmlns:a16="http://schemas.microsoft.com/office/drawing/2014/main" id="{80DBC1F6-B63E-9CFF-7F02-E57383C99724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Rectangle: Rounded Corners 21">
              <a:extLst>
                <a:ext uri="{FF2B5EF4-FFF2-40B4-BE49-F238E27FC236}">
                  <a16:creationId xmlns:a16="http://schemas.microsoft.com/office/drawing/2014/main" id="{751C3502-A89C-5FB8-3DF3-DF15E88198E6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2352710A-7815-75EF-F43C-08FA45538456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17" name="Rectangle: Rounded Corners 20">
              <a:extLst>
                <a:ext uri="{FF2B5EF4-FFF2-40B4-BE49-F238E27FC236}">
                  <a16:creationId xmlns:a16="http://schemas.microsoft.com/office/drawing/2014/main" id="{840890CB-4D80-736A-21E8-507DF474E007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Rectangle: Rounded Corners 21">
              <a:extLst>
                <a:ext uri="{FF2B5EF4-FFF2-40B4-BE49-F238E27FC236}">
                  <a16:creationId xmlns:a16="http://schemas.microsoft.com/office/drawing/2014/main" id="{A885579C-4C9A-18F2-8FB0-6D6E1759D1C9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40493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4">
            <a:extLst>
              <a:ext uri="{FF2B5EF4-FFF2-40B4-BE49-F238E27FC236}">
                <a16:creationId xmlns:a16="http://schemas.microsoft.com/office/drawing/2014/main" id="{E08B9058-5A02-0886-9622-95F5C3B6A53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486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36034069-5787-E025-48DE-72237FED77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486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15" name="Espaço Reservado para Gráfico 41">
            <a:extLst>
              <a:ext uri="{FF2B5EF4-FFF2-40B4-BE49-F238E27FC236}">
                <a16:creationId xmlns:a16="http://schemas.microsoft.com/office/drawing/2014/main" id="{5148984B-39E6-0E19-63AC-F3AD704D1937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6748682" y="4190618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16" name="Espaço Reservado para Gráfico 41">
            <a:extLst>
              <a:ext uri="{FF2B5EF4-FFF2-40B4-BE49-F238E27FC236}">
                <a16:creationId xmlns:a16="http://schemas.microsoft.com/office/drawing/2014/main" id="{2DA44DC1-D93A-1B3B-E3A5-CAD9CBEEF32F}"/>
              </a:ext>
            </a:extLst>
          </p:cNvPr>
          <p:cNvSpPr>
            <a:spLocks noGrp="1"/>
          </p:cNvSpPr>
          <p:nvPr>
            <p:ph type="chart" sz="quarter" idx="31"/>
          </p:nvPr>
        </p:nvSpPr>
        <p:spPr>
          <a:xfrm>
            <a:off x="6748682" y="1938707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8C0BAC6C-9985-A7F9-4FA7-C0D835837A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48682" y="3932344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8" name="Group 19">
            <a:extLst>
              <a:ext uri="{FF2B5EF4-FFF2-40B4-BE49-F238E27FC236}">
                <a16:creationId xmlns:a16="http://schemas.microsoft.com/office/drawing/2014/main" id="{ABBC7BC2-7265-0C09-16C9-7106939073F2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19" name="Rectangle: Rounded Corners 20">
              <a:extLst>
                <a:ext uri="{FF2B5EF4-FFF2-40B4-BE49-F238E27FC236}">
                  <a16:creationId xmlns:a16="http://schemas.microsoft.com/office/drawing/2014/main" id="{A8FD1706-F1BF-B38A-16E0-99F29D1D1B1E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Rectangle: Rounded Corners 21">
              <a:extLst>
                <a:ext uri="{FF2B5EF4-FFF2-40B4-BE49-F238E27FC236}">
                  <a16:creationId xmlns:a16="http://schemas.microsoft.com/office/drawing/2014/main" id="{8BDB4985-ADD7-98CE-3865-44766D231E92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4" name="Group 19">
            <a:extLst>
              <a:ext uri="{FF2B5EF4-FFF2-40B4-BE49-F238E27FC236}">
                <a16:creationId xmlns:a16="http://schemas.microsoft.com/office/drawing/2014/main" id="{73604D40-10FC-8FD9-390A-759CDB1106DF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25" name="Rectangle: Rounded Corners 20">
              <a:extLst>
                <a:ext uri="{FF2B5EF4-FFF2-40B4-BE49-F238E27FC236}">
                  <a16:creationId xmlns:a16="http://schemas.microsoft.com/office/drawing/2014/main" id="{AA7947DA-BBC1-59E8-6F5B-A068EB5E11B7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Rectangle: Rounded Corners 21">
              <a:extLst>
                <a:ext uri="{FF2B5EF4-FFF2-40B4-BE49-F238E27FC236}">
                  <a16:creationId xmlns:a16="http://schemas.microsoft.com/office/drawing/2014/main" id="{F6B211F6-17A3-2AF1-A758-CB27C02E68D1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46200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51">
            <a:extLst>
              <a:ext uri="{FF2B5EF4-FFF2-40B4-BE49-F238E27FC236}">
                <a16:creationId xmlns:a16="http://schemas.microsoft.com/office/drawing/2014/main" id="{AD25A820-BCEA-C009-9D50-3059A8A6F0B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821767" y="2277041"/>
            <a:ext cx="5122354" cy="40762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25" name="Text Placeholder 46">
            <a:extLst>
              <a:ext uri="{FF2B5EF4-FFF2-40B4-BE49-F238E27FC236}">
                <a16:creationId xmlns:a16="http://schemas.microsoft.com/office/drawing/2014/main" id="{8970FFDC-D307-68CF-E4CC-EE4C5354EC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811" y="1405530"/>
            <a:ext cx="5121310" cy="5518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149C463D-5DDF-8F99-41DB-220114FAC1A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21767" y="1978936"/>
            <a:ext cx="5121440" cy="2765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9A1B5B4-9DDF-73FE-F1BE-83B591BE3311}"/>
              </a:ext>
            </a:extLst>
          </p:cNvPr>
          <p:cNvGrpSpPr/>
          <p:nvPr userDrawn="1"/>
        </p:nvGrpSpPr>
        <p:grpSpPr>
          <a:xfrm>
            <a:off x="6567359" y="1389478"/>
            <a:ext cx="228670" cy="266180"/>
            <a:chOff x="412911" y="1273876"/>
            <a:chExt cx="228670" cy="26618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841AFF5-0431-1396-7CC4-193987C8C72C}"/>
                </a:ext>
              </a:extLst>
            </p:cNvPr>
            <p:cNvSpPr/>
            <p:nvPr userDrawn="1"/>
          </p:nvSpPr>
          <p:spPr>
            <a:xfrm>
              <a:off x="412911" y="1273876"/>
              <a:ext cx="206526" cy="207096"/>
            </a:xfrm>
            <a:prstGeom prst="roundRect">
              <a:avLst/>
            </a:prstGeom>
            <a:noFill/>
            <a:ln>
              <a:solidFill>
                <a:srgbClr val="2863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252CF02-2F78-5E57-87F4-2F5EF79306AD}"/>
                </a:ext>
              </a:extLst>
            </p:cNvPr>
            <p:cNvSpPr/>
            <p:nvPr userDrawn="1"/>
          </p:nvSpPr>
          <p:spPr>
            <a:xfrm>
              <a:off x="435055" y="1332960"/>
              <a:ext cx="206526" cy="207096"/>
            </a:xfrm>
            <a:prstGeom prst="roundRect">
              <a:avLst/>
            </a:prstGeom>
            <a:solidFill>
              <a:srgbClr val="28637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CF78DB-EE55-8DA3-BB04-32471AD3FAAF}"/>
              </a:ext>
            </a:extLst>
          </p:cNvPr>
          <p:cNvSpPr/>
          <p:nvPr userDrawn="1"/>
        </p:nvSpPr>
        <p:spPr>
          <a:xfrm>
            <a:off x="5002960" y="1219705"/>
            <a:ext cx="6937854" cy="5204866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 Placeholder 27">
            <a:extLst>
              <a:ext uri="{FF2B5EF4-FFF2-40B4-BE49-F238E27FC236}">
                <a16:creationId xmlns:a16="http://schemas.microsoft.com/office/drawing/2014/main" id="{193822CD-0069-2C07-7A51-2D0960CF69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09098" y="1594674"/>
            <a:ext cx="3281750" cy="26816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Subtítulo Gráfico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941A696C-38B9-46DB-A176-91127E2246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09099" y="1347502"/>
            <a:ext cx="3281748" cy="24328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Título Gráfico</a:t>
            </a:r>
          </a:p>
        </p:txBody>
      </p:sp>
      <p:sp>
        <p:nvSpPr>
          <p:cNvPr id="11" name="Chart Placeholder 34">
            <a:extLst>
              <a:ext uri="{FF2B5EF4-FFF2-40B4-BE49-F238E27FC236}">
                <a16:creationId xmlns:a16="http://schemas.microsoft.com/office/drawing/2014/main" id="{FC6A16F5-CFBA-E5FE-6300-E51645C09597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5009098" y="1835002"/>
            <a:ext cx="3281750" cy="4518288"/>
          </a:xfrm>
          <a:prstGeom prst="rect">
            <a:avLst/>
          </a:prstGeom>
          <a:noFill/>
        </p:spPr>
        <p:txBody>
          <a:bodyPr/>
          <a:lstStyle/>
          <a:p>
            <a:endParaRPr lang="pt-BR"/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063386E0-8EFA-3335-74C0-C82F38E99F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59065" y="1594674"/>
            <a:ext cx="3281750" cy="26816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Subtítulo Gráfico</a:t>
            </a:r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5A1DD368-03FC-448E-658E-1A32589DCC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659066" y="1347502"/>
            <a:ext cx="3281748" cy="24328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Título Gráfico</a:t>
            </a:r>
          </a:p>
        </p:txBody>
      </p:sp>
      <p:sp>
        <p:nvSpPr>
          <p:cNvPr id="21" name="Chart Placeholder 34">
            <a:extLst>
              <a:ext uri="{FF2B5EF4-FFF2-40B4-BE49-F238E27FC236}">
                <a16:creationId xmlns:a16="http://schemas.microsoft.com/office/drawing/2014/main" id="{93243B26-D51A-D51F-B2B4-2448B2B59CBE}"/>
              </a:ext>
            </a:extLst>
          </p:cNvPr>
          <p:cNvSpPr>
            <a:spLocks noGrp="1"/>
          </p:cNvSpPr>
          <p:nvPr>
            <p:ph type="chart" sz="quarter" idx="33"/>
          </p:nvPr>
        </p:nvSpPr>
        <p:spPr>
          <a:xfrm>
            <a:off x="8659065" y="1835002"/>
            <a:ext cx="3281750" cy="451828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E9848056-6F10-7606-9EDC-CB38CD1C5C2D}"/>
              </a:ext>
            </a:extLst>
          </p:cNvPr>
          <p:cNvSpPr/>
          <p:nvPr userDrawn="1"/>
        </p:nvSpPr>
        <p:spPr>
          <a:xfrm rot="16200000">
            <a:off x="1121352" y="2245886"/>
            <a:ext cx="490798" cy="429969"/>
          </a:xfrm>
          <a:custGeom>
            <a:avLst/>
            <a:gdLst/>
            <a:ahLst/>
            <a:cxnLst/>
            <a:rect l="l" t="t" r="r" b="b"/>
            <a:pathLst>
              <a:path w="622300" h="608329">
                <a:moveTo>
                  <a:pt x="621792" y="0"/>
                </a:moveTo>
                <a:lnTo>
                  <a:pt x="310896" y="304037"/>
                </a:lnTo>
                <a:lnTo>
                  <a:pt x="0" y="0"/>
                </a:lnTo>
                <a:lnTo>
                  <a:pt x="0" y="304037"/>
                </a:lnTo>
                <a:lnTo>
                  <a:pt x="310896" y="608075"/>
                </a:lnTo>
                <a:lnTo>
                  <a:pt x="621792" y="304037"/>
                </a:lnTo>
                <a:lnTo>
                  <a:pt x="621792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EDE23AA0-8200-4AF0-5C7C-7AA8C684D61F}"/>
              </a:ext>
            </a:extLst>
          </p:cNvPr>
          <p:cNvSpPr/>
          <p:nvPr userDrawn="1"/>
        </p:nvSpPr>
        <p:spPr>
          <a:xfrm rot="16200000">
            <a:off x="1098646" y="3615932"/>
            <a:ext cx="490798" cy="429969"/>
          </a:xfrm>
          <a:custGeom>
            <a:avLst/>
            <a:gdLst/>
            <a:ahLst/>
            <a:cxnLst/>
            <a:rect l="l" t="t" r="r" b="b"/>
            <a:pathLst>
              <a:path w="622300" h="608329">
                <a:moveTo>
                  <a:pt x="621792" y="0"/>
                </a:moveTo>
                <a:lnTo>
                  <a:pt x="310896" y="304037"/>
                </a:lnTo>
                <a:lnTo>
                  <a:pt x="0" y="0"/>
                </a:lnTo>
                <a:lnTo>
                  <a:pt x="0" y="304037"/>
                </a:lnTo>
                <a:lnTo>
                  <a:pt x="310896" y="608075"/>
                </a:lnTo>
                <a:lnTo>
                  <a:pt x="621792" y="304037"/>
                </a:lnTo>
                <a:lnTo>
                  <a:pt x="621792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7E40D657-ACD2-A09E-51E9-13953B89ED47}"/>
              </a:ext>
            </a:extLst>
          </p:cNvPr>
          <p:cNvSpPr/>
          <p:nvPr userDrawn="1"/>
        </p:nvSpPr>
        <p:spPr>
          <a:xfrm rot="16200000">
            <a:off x="1085208" y="4985978"/>
            <a:ext cx="490798" cy="429969"/>
          </a:xfrm>
          <a:custGeom>
            <a:avLst/>
            <a:gdLst/>
            <a:ahLst/>
            <a:cxnLst/>
            <a:rect l="l" t="t" r="r" b="b"/>
            <a:pathLst>
              <a:path w="622300" h="608329">
                <a:moveTo>
                  <a:pt x="621792" y="0"/>
                </a:moveTo>
                <a:lnTo>
                  <a:pt x="310896" y="304037"/>
                </a:lnTo>
                <a:lnTo>
                  <a:pt x="0" y="0"/>
                </a:lnTo>
                <a:lnTo>
                  <a:pt x="0" y="304037"/>
                </a:lnTo>
                <a:lnTo>
                  <a:pt x="310896" y="608075"/>
                </a:lnTo>
                <a:lnTo>
                  <a:pt x="621792" y="304037"/>
                </a:lnTo>
                <a:lnTo>
                  <a:pt x="621792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601D9038-A523-714A-8F4D-E20AE62593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10603" y="2215473"/>
            <a:ext cx="2476765" cy="490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9DA52D8A-8871-FA9C-8DBD-001F4D7D92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10603" y="3585518"/>
            <a:ext cx="2459955" cy="490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31" name="Text Placeholder 33">
            <a:extLst>
              <a:ext uri="{FF2B5EF4-FFF2-40B4-BE49-F238E27FC236}">
                <a16:creationId xmlns:a16="http://schemas.microsoft.com/office/drawing/2014/main" id="{6F7318B6-F77E-6335-D3CA-ACEDADC03C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10603" y="4955563"/>
            <a:ext cx="2459955" cy="490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5" name="Content Placeholder 105">
            <a:extLst>
              <a:ext uri="{FF2B5EF4-FFF2-40B4-BE49-F238E27FC236}">
                <a16:creationId xmlns:a16="http://schemas.microsoft.com/office/drawing/2014/main" id="{4CD18D42-253F-1601-25DC-F2A93333A8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10" name="object 25">
            <a:extLst>
              <a:ext uri="{FF2B5EF4-FFF2-40B4-BE49-F238E27FC236}">
                <a16:creationId xmlns:a16="http://schemas.microsoft.com/office/drawing/2014/main" id="{95FFB289-DDFA-96CB-47EE-B6F9327BF5C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36984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059010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0">
            <a:extLst>
              <a:ext uri="{FF2B5EF4-FFF2-40B4-BE49-F238E27FC236}">
                <a16:creationId xmlns:a16="http://schemas.microsoft.com/office/drawing/2014/main" id="{CD27FE42-206E-0D0C-90C7-1A07E5B0A07E}"/>
              </a:ext>
            </a:extLst>
          </p:cNvPr>
          <p:cNvSpPr/>
          <p:nvPr userDrawn="1"/>
        </p:nvSpPr>
        <p:spPr>
          <a:xfrm>
            <a:off x="3848913" y="2081047"/>
            <a:ext cx="919958" cy="2788285"/>
          </a:xfrm>
          <a:custGeom>
            <a:avLst/>
            <a:gdLst/>
            <a:ahLst/>
            <a:cxnLst/>
            <a:rect l="l" t="t" r="r" b="b"/>
            <a:pathLst>
              <a:path w="379729" h="2788285">
                <a:moveTo>
                  <a:pt x="0" y="2787954"/>
                </a:moveTo>
                <a:lnTo>
                  <a:pt x="379730" y="2787954"/>
                </a:lnTo>
                <a:lnTo>
                  <a:pt x="379730" y="0"/>
                </a:lnTo>
                <a:lnTo>
                  <a:pt x="0" y="0"/>
                </a:lnTo>
                <a:lnTo>
                  <a:pt x="0" y="278795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5C0A5F20-C780-E452-A44B-FF21E82B1517}"/>
              </a:ext>
            </a:extLst>
          </p:cNvPr>
          <p:cNvSpPr/>
          <p:nvPr userDrawn="1"/>
        </p:nvSpPr>
        <p:spPr>
          <a:xfrm>
            <a:off x="1170381" y="1492477"/>
            <a:ext cx="3098165" cy="4916949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287494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4287494"/>
                </a:lnTo>
                <a:lnTo>
                  <a:pt x="3097631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160176D8-E310-360A-091C-F55E64D1F011}"/>
              </a:ext>
            </a:extLst>
          </p:cNvPr>
          <p:cNvSpPr/>
          <p:nvPr userDrawn="1"/>
        </p:nvSpPr>
        <p:spPr>
          <a:xfrm>
            <a:off x="1017979" y="1340064"/>
            <a:ext cx="3098165" cy="4916949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4" y="0"/>
                </a:moveTo>
                <a:lnTo>
                  <a:pt x="0" y="0"/>
                </a:lnTo>
                <a:lnTo>
                  <a:pt x="0" y="4439899"/>
                </a:lnTo>
                <a:lnTo>
                  <a:pt x="3097634" y="4439899"/>
                </a:lnTo>
                <a:lnTo>
                  <a:pt x="3097634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F702F821-0EA4-9540-8338-DEBB513889D5}"/>
              </a:ext>
            </a:extLst>
          </p:cNvPr>
          <p:cNvSpPr/>
          <p:nvPr userDrawn="1"/>
        </p:nvSpPr>
        <p:spPr>
          <a:xfrm>
            <a:off x="7575573" y="2081047"/>
            <a:ext cx="960277" cy="2788285"/>
          </a:xfrm>
          <a:custGeom>
            <a:avLst/>
            <a:gdLst/>
            <a:ahLst/>
            <a:cxnLst/>
            <a:rect l="l" t="t" r="r" b="b"/>
            <a:pathLst>
              <a:path w="351154" h="2788285">
                <a:moveTo>
                  <a:pt x="0" y="2787954"/>
                </a:moveTo>
                <a:lnTo>
                  <a:pt x="350558" y="2787954"/>
                </a:lnTo>
                <a:lnTo>
                  <a:pt x="350558" y="0"/>
                </a:lnTo>
                <a:lnTo>
                  <a:pt x="0" y="0"/>
                </a:lnTo>
                <a:lnTo>
                  <a:pt x="0" y="278795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46B32977-EA3A-706D-4535-FD26B53AF552}"/>
              </a:ext>
            </a:extLst>
          </p:cNvPr>
          <p:cNvSpPr/>
          <p:nvPr userDrawn="1"/>
        </p:nvSpPr>
        <p:spPr>
          <a:xfrm>
            <a:off x="4925805" y="1482698"/>
            <a:ext cx="3098165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44" y="0"/>
                </a:moveTo>
                <a:lnTo>
                  <a:pt x="0" y="0"/>
                </a:lnTo>
                <a:lnTo>
                  <a:pt x="0" y="4297311"/>
                </a:lnTo>
                <a:lnTo>
                  <a:pt x="0" y="4439882"/>
                </a:lnTo>
                <a:lnTo>
                  <a:pt x="3097644" y="4439882"/>
                </a:lnTo>
                <a:lnTo>
                  <a:pt x="3097644" y="4297311"/>
                </a:lnTo>
                <a:lnTo>
                  <a:pt x="3097644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F3784CDC-9ED4-8825-85E7-0589A76FB364}"/>
              </a:ext>
            </a:extLst>
          </p:cNvPr>
          <p:cNvSpPr/>
          <p:nvPr userDrawn="1"/>
        </p:nvSpPr>
        <p:spPr>
          <a:xfrm>
            <a:off x="4763386" y="1340673"/>
            <a:ext cx="3097644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EDE333DB-9FAD-F88B-A239-22A84A7E8589}"/>
              </a:ext>
            </a:extLst>
          </p:cNvPr>
          <p:cNvSpPr/>
          <p:nvPr userDrawn="1"/>
        </p:nvSpPr>
        <p:spPr>
          <a:xfrm>
            <a:off x="11079277" y="2081047"/>
            <a:ext cx="1112723" cy="2788285"/>
          </a:xfrm>
          <a:custGeom>
            <a:avLst/>
            <a:gdLst/>
            <a:ahLst/>
            <a:cxnLst/>
            <a:rect l="l" t="t" r="r" b="b"/>
            <a:pathLst>
              <a:path w="467995" h="2788285">
                <a:moveTo>
                  <a:pt x="0" y="2787954"/>
                </a:moveTo>
                <a:lnTo>
                  <a:pt x="467715" y="2787954"/>
                </a:lnTo>
                <a:lnTo>
                  <a:pt x="467715" y="0"/>
                </a:lnTo>
                <a:lnTo>
                  <a:pt x="0" y="0"/>
                </a:lnTo>
                <a:lnTo>
                  <a:pt x="0" y="278795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53EDA5F8-98ED-68D0-4DC4-92AAFB539F76}"/>
              </a:ext>
            </a:extLst>
          </p:cNvPr>
          <p:cNvSpPr/>
          <p:nvPr userDrawn="1"/>
        </p:nvSpPr>
        <p:spPr>
          <a:xfrm>
            <a:off x="8707047" y="1482685"/>
            <a:ext cx="3098165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287494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4287494"/>
                </a:lnTo>
                <a:lnTo>
                  <a:pt x="3097631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FA029EC7-8B3B-CF7A-A0AB-853474724AD8}"/>
              </a:ext>
            </a:extLst>
          </p:cNvPr>
          <p:cNvSpPr/>
          <p:nvPr userDrawn="1"/>
        </p:nvSpPr>
        <p:spPr>
          <a:xfrm>
            <a:off x="8543731" y="1325395"/>
            <a:ext cx="3098165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439893"/>
                </a:lnTo>
                <a:lnTo>
                  <a:pt x="3097631" y="4439893"/>
                </a:lnTo>
                <a:lnTo>
                  <a:pt x="3097631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3">
            <a:extLst>
              <a:ext uri="{FF2B5EF4-FFF2-40B4-BE49-F238E27FC236}">
                <a16:creationId xmlns:a16="http://schemas.microsoft.com/office/drawing/2014/main" id="{933CE19F-8B50-DA6A-4189-AD9FE66E9185}"/>
              </a:ext>
            </a:extLst>
          </p:cNvPr>
          <p:cNvSpPr/>
          <p:nvPr userDrawn="1"/>
        </p:nvSpPr>
        <p:spPr>
          <a:xfrm>
            <a:off x="1028894" y="1330286"/>
            <a:ext cx="3098165" cy="4449699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0" y="0"/>
                </a:moveTo>
                <a:lnTo>
                  <a:pt x="3097641" y="0"/>
                </a:lnTo>
                <a:lnTo>
                  <a:pt x="3097641" y="4439902"/>
                </a:lnTo>
                <a:lnTo>
                  <a:pt x="0" y="4439902"/>
                </a:lnTo>
                <a:lnTo>
                  <a:pt x="0" y="0"/>
                </a:lnTo>
                <a:close/>
              </a:path>
            </a:pathLst>
          </a:custGeom>
          <a:ln w="2540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Content Placeholder 51">
            <a:extLst>
              <a:ext uri="{FF2B5EF4-FFF2-40B4-BE49-F238E27FC236}">
                <a16:creationId xmlns:a16="http://schemas.microsoft.com/office/drawing/2014/main" id="{1FC17454-DD8C-2EB0-1A75-D89F8ECAB12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42822" y="2177504"/>
            <a:ext cx="3086718" cy="4028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8" name="Text Placeholder 46">
            <a:extLst>
              <a:ext uri="{FF2B5EF4-FFF2-40B4-BE49-F238E27FC236}">
                <a16:creationId xmlns:a16="http://schemas.microsoft.com/office/drawing/2014/main" id="{6DFBD942-BF9C-06F1-CDBE-151248FB45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2822" y="1332960"/>
            <a:ext cx="3086718" cy="550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A37AE468-5E9E-6BDF-7605-407FD725EA6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5851" y="1899276"/>
            <a:ext cx="3086718" cy="263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10" name="Content Placeholder 51">
            <a:extLst>
              <a:ext uri="{FF2B5EF4-FFF2-40B4-BE49-F238E27FC236}">
                <a16:creationId xmlns:a16="http://schemas.microsoft.com/office/drawing/2014/main" id="{F30138C5-D4A2-987F-AA27-F7D950041099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767747" y="2177505"/>
            <a:ext cx="3086718" cy="40316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8A437FCD-1F2C-6901-6C55-33EEA7F709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67747" y="1332960"/>
            <a:ext cx="3086718" cy="550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35AA525C-C3C5-43EC-C85C-6EDD354171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60776" y="1899276"/>
            <a:ext cx="3086718" cy="263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34" name="Text Placeholder 46">
            <a:extLst>
              <a:ext uri="{FF2B5EF4-FFF2-40B4-BE49-F238E27FC236}">
                <a16:creationId xmlns:a16="http://schemas.microsoft.com/office/drawing/2014/main" id="{26ED4285-D7E5-0419-92FB-9B127A57BF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27597" y="1332960"/>
            <a:ext cx="3086718" cy="550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35" name="Text Placeholder 46">
            <a:extLst>
              <a:ext uri="{FF2B5EF4-FFF2-40B4-BE49-F238E27FC236}">
                <a16:creationId xmlns:a16="http://schemas.microsoft.com/office/drawing/2014/main" id="{9B844B39-66EE-648D-C091-4BDF994779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0626" y="1899276"/>
            <a:ext cx="3086718" cy="263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40" name="Content Placeholder 51">
            <a:extLst>
              <a:ext uri="{FF2B5EF4-FFF2-40B4-BE49-F238E27FC236}">
                <a16:creationId xmlns:a16="http://schemas.microsoft.com/office/drawing/2014/main" id="{FF8A4D65-8195-18C6-5C07-FE0A711CEC7C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1027504" y="2152974"/>
            <a:ext cx="3084108" cy="4052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7" name="Content Placeholder 105">
            <a:extLst>
              <a:ext uri="{FF2B5EF4-FFF2-40B4-BE49-F238E27FC236}">
                <a16:creationId xmlns:a16="http://schemas.microsoft.com/office/drawing/2014/main" id="{491EE0E7-E0E5-4210-ED6F-C478B7CA680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69F395DF-E996-FEF5-0308-67AEA7D4AD9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36984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2157416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1">
            <a:extLst>
              <a:ext uri="{FF2B5EF4-FFF2-40B4-BE49-F238E27FC236}">
                <a16:creationId xmlns:a16="http://schemas.microsoft.com/office/drawing/2014/main" id="{0F42DD50-4B8B-9C30-8A8E-6E3A669BEC2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24182" y="1956953"/>
            <a:ext cx="7033993" cy="4227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5" name="Content Placeholder 105">
            <a:extLst>
              <a:ext uri="{FF2B5EF4-FFF2-40B4-BE49-F238E27FC236}">
                <a16:creationId xmlns:a16="http://schemas.microsoft.com/office/drawing/2014/main" id="{E4AA883C-3B27-BE44-53E2-DE7AB33DD10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2" name="object 25">
            <a:extLst>
              <a:ext uri="{FF2B5EF4-FFF2-40B4-BE49-F238E27FC236}">
                <a16:creationId xmlns:a16="http://schemas.microsoft.com/office/drawing/2014/main" id="{251FA787-4CE6-BFDE-E7F5-996F1A8A1A6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0268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3" name="object 19">
            <a:extLst>
              <a:ext uri="{FF2B5EF4-FFF2-40B4-BE49-F238E27FC236}">
                <a16:creationId xmlns:a16="http://schemas.microsoft.com/office/drawing/2014/main" id="{4B87219D-2D9E-176C-6C94-CBB1BD0EB737}"/>
              </a:ext>
            </a:extLst>
          </p:cNvPr>
          <p:cNvSpPr/>
          <p:nvPr userDrawn="1"/>
        </p:nvSpPr>
        <p:spPr>
          <a:xfrm>
            <a:off x="8707047" y="1332960"/>
            <a:ext cx="3217796" cy="4811848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287494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4287494"/>
                </a:lnTo>
                <a:lnTo>
                  <a:pt x="3097631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Group 19">
            <a:extLst>
              <a:ext uri="{FF2B5EF4-FFF2-40B4-BE49-F238E27FC236}">
                <a16:creationId xmlns:a16="http://schemas.microsoft.com/office/drawing/2014/main" id="{E3969559-0E75-F924-257F-DDEDC80D9CFC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16" name="Rectangle: Rounded Corners 20">
              <a:extLst>
                <a:ext uri="{FF2B5EF4-FFF2-40B4-BE49-F238E27FC236}">
                  <a16:creationId xmlns:a16="http://schemas.microsoft.com/office/drawing/2014/main" id="{3A2E33C4-9B7C-2F35-3797-8FD8AA1653F8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Rectangle: Rounded Corners 21">
              <a:extLst>
                <a:ext uri="{FF2B5EF4-FFF2-40B4-BE49-F238E27FC236}">
                  <a16:creationId xmlns:a16="http://schemas.microsoft.com/office/drawing/2014/main" id="{49840AA5-5637-7753-01A1-222E21C9041A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4B2CA09A-ED40-85EF-501F-DF298D052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7033992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19" name="Espaço Reservado para Texto 13">
            <a:extLst>
              <a:ext uri="{FF2B5EF4-FFF2-40B4-BE49-F238E27FC236}">
                <a16:creationId xmlns:a16="http://schemas.microsoft.com/office/drawing/2014/main" id="{B86A23C6-7F8D-352A-448D-17A195E95B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2" y="1691819"/>
            <a:ext cx="7033993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5AC2D3F1-A8F3-D2C0-D288-4963E737E29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707438" y="1956953"/>
            <a:ext cx="3209925" cy="42279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22" name="Espaço Reservado para Texto 4">
            <a:extLst>
              <a:ext uri="{FF2B5EF4-FFF2-40B4-BE49-F238E27FC236}">
                <a16:creationId xmlns:a16="http://schemas.microsoft.com/office/drawing/2014/main" id="{CDC26E95-A480-2BE9-8290-944C88A4E14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707047" y="1412359"/>
            <a:ext cx="3217796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3" name="Espaço Reservado para Texto 13">
            <a:extLst>
              <a:ext uri="{FF2B5EF4-FFF2-40B4-BE49-F238E27FC236}">
                <a16:creationId xmlns:a16="http://schemas.microsoft.com/office/drawing/2014/main" id="{7B5A1440-133E-A648-49D9-217BD11E8BE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707046" y="1691819"/>
            <a:ext cx="3217797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grpSp>
        <p:nvGrpSpPr>
          <p:cNvPr id="24" name="Group 19">
            <a:extLst>
              <a:ext uri="{FF2B5EF4-FFF2-40B4-BE49-F238E27FC236}">
                <a16:creationId xmlns:a16="http://schemas.microsoft.com/office/drawing/2014/main" id="{8C878B54-53A6-73BD-BD09-5CD182071B90}"/>
              </a:ext>
            </a:extLst>
          </p:cNvPr>
          <p:cNvGrpSpPr/>
          <p:nvPr userDrawn="1"/>
        </p:nvGrpSpPr>
        <p:grpSpPr>
          <a:xfrm>
            <a:off x="8458895" y="1432120"/>
            <a:ext cx="270363" cy="253515"/>
            <a:chOff x="1560790" y="3422211"/>
            <a:chExt cx="252678" cy="253515"/>
          </a:xfrm>
        </p:grpSpPr>
        <p:sp>
          <p:nvSpPr>
            <p:cNvPr id="25" name="Rectangle: Rounded Corners 20">
              <a:extLst>
                <a:ext uri="{FF2B5EF4-FFF2-40B4-BE49-F238E27FC236}">
                  <a16:creationId xmlns:a16="http://schemas.microsoft.com/office/drawing/2014/main" id="{6D634128-DDB5-CBF5-193E-6D3B3DB04EE4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Rectangle: Rounded Corners 21">
              <a:extLst>
                <a:ext uri="{FF2B5EF4-FFF2-40B4-BE49-F238E27FC236}">
                  <a16:creationId xmlns:a16="http://schemas.microsoft.com/office/drawing/2014/main" id="{E5B75129-5A99-489D-18D3-73CC79B22D41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603187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1">
            <a:extLst>
              <a:ext uri="{FF2B5EF4-FFF2-40B4-BE49-F238E27FC236}">
                <a16:creationId xmlns:a16="http://schemas.microsoft.com/office/drawing/2014/main" id="{0F42DD50-4B8B-9C30-8A8E-6E3A669BEC2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24182" y="1956953"/>
            <a:ext cx="10700661" cy="4227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5" name="Content Placeholder 105">
            <a:extLst>
              <a:ext uri="{FF2B5EF4-FFF2-40B4-BE49-F238E27FC236}">
                <a16:creationId xmlns:a16="http://schemas.microsoft.com/office/drawing/2014/main" id="{E4AA883C-3B27-BE44-53E2-DE7AB33DD10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2" name="object 25">
            <a:extLst>
              <a:ext uri="{FF2B5EF4-FFF2-40B4-BE49-F238E27FC236}">
                <a16:creationId xmlns:a16="http://schemas.microsoft.com/office/drawing/2014/main" id="{251FA787-4CE6-BFDE-E7F5-996F1A8A1A6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0268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4B2CA09A-ED40-85EF-501F-DF298D052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2" y="1412359"/>
            <a:ext cx="10700659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19" name="Espaço Reservado para Texto 13">
            <a:extLst>
              <a:ext uri="{FF2B5EF4-FFF2-40B4-BE49-F238E27FC236}">
                <a16:creationId xmlns:a16="http://schemas.microsoft.com/office/drawing/2014/main" id="{B86A23C6-7F8D-352A-448D-17A195E95B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2" y="1691819"/>
            <a:ext cx="10700661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B9FC2AFE-71A3-1020-8E80-02D458238937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4" name="Rectangle: Rounded Corners 20">
              <a:extLst>
                <a:ext uri="{FF2B5EF4-FFF2-40B4-BE49-F238E27FC236}">
                  <a16:creationId xmlns:a16="http://schemas.microsoft.com/office/drawing/2014/main" id="{B357A62B-D600-18AD-5A25-497B5C630D3E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" name="Rectangle: Rounded Corners 21">
              <a:extLst>
                <a:ext uri="{FF2B5EF4-FFF2-40B4-BE49-F238E27FC236}">
                  <a16:creationId xmlns:a16="http://schemas.microsoft.com/office/drawing/2014/main" id="{A4FAC37B-EBC0-101F-9FB9-185354634212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65940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808586A2-AC4D-34C4-D7E7-A64AA04E1E1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CC8D9FA6-D761-2C8F-671A-7D646FE8DD3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9309477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C7BAE5C9-0477-18EB-375D-ED1C84E78AC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24065" y="3352960"/>
            <a:ext cx="10444830" cy="30003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B995796B-638E-342E-AAFC-0F319D54A540}"/>
              </a:ext>
            </a:extLst>
          </p:cNvPr>
          <p:cNvSpPr/>
          <p:nvPr userDrawn="1"/>
        </p:nvSpPr>
        <p:spPr>
          <a:xfrm>
            <a:off x="1224064" y="1340065"/>
            <a:ext cx="10967936" cy="1780822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4" y="0"/>
                </a:moveTo>
                <a:lnTo>
                  <a:pt x="0" y="0"/>
                </a:lnTo>
                <a:lnTo>
                  <a:pt x="0" y="4439899"/>
                </a:lnTo>
                <a:lnTo>
                  <a:pt x="3097634" y="4439899"/>
                </a:lnTo>
                <a:lnTo>
                  <a:pt x="3097634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8143BE9-5F6D-8071-AB04-5972B476153D}"/>
              </a:ext>
            </a:extLst>
          </p:cNvPr>
          <p:cNvSpPr/>
          <p:nvPr userDrawn="1"/>
        </p:nvSpPr>
        <p:spPr>
          <a:xfrm rot="2700000">
            <a:off x="999482" y="1661310"/>
            <a:ext cx="366419" cy="195283"/>
          </a:xfrm>
          <a:prstGeom prst="triangle">
            <a:avLst/>
          </a:prstGeom>
          <a:solidFill>
            <a:srgbClr val="BD51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06ABC1-975C-01F1-D163-66B353511DF1}"/>
              </a:ext>
            </a:extLst>
          </p:cNvPr>
          <p:cNvSpPr/>
          <p:nvPr userDrawn="1"/>
        </p:nvSpPr>
        <p:spPr>
          <a:xfrm>
            <a:off x="984102" y="1262270"/>
            <a:ext cx="2017643" cy="437321"/>
          </a:xfrm>
          <a:prstGeom prst="rect">
            <a:avLst/>
          </a:prstGeom>
          <a:solidFill>
            <a:srgbClr val="F2A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612BD7E4-A973-3275-E018-D4CEE223FD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100" y="1301168"/>
            <a:ext cx="2017646" cy="2980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2" name="Content Placeholder 105">
            <a:extLst>
              <a:ext uri="{FF2B5EF4-FFF2-40B4-BE49-F238E27FC236}">
                <a16:creationId xmlns:a16="http://schemas.microsoft.com/office/drawing/2014/main" id="{3B403A97-D19B-FD48-DF8F-3B1ADA29A61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224063" y="3120888"/>
            <a:ext cx="10444830" cy="220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6" name="Content Placeholder 105">
            <a:extLst>
              <a:ext uri="{FF2B5EF4-FFF2-40B4-BE49-F238E27FC236}">
                <a16:creationId xmlns:a16="http://schemas.microsoft.com/office/drawing/2014/main" id="{4E21E371-EEC7-17CE-DD5F-A9634F11222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A72D3F6-4379-1688-0609-9303F08C1C9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495040" y="1712775"/>
            <a:ext cx="3632200" cy="1396335"/>
          </a:xfrm>
          <a:prstGeom prst="rect">
            <a:avLst/>
          </a:prstGeom>
        </p:spPr>
        <p:txBody>
          <a:bodyPr/>
          <a:lstStyle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8BE6BE4-1FCE-0889-AC6F-D1280CA1831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36693" y="1700998"/>
            <a:ext cx="3632200" cy="1408112"/>
          </a:xfrm>
          <a:prstGeom prst="rect">
            <a:avLst/>
          </a:prstGeom>
        </p:spPr>
        <p:txBody>
          <a:bodyPr/>
          <a:lstStyle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8E43A5A-292E-F870-4460-9C9F41F7878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95040" y="1339850"/>
            <a:ext cx="3632200" cy="347663"/>
          </a:xfrm>
          <a:prstGeom prst="rect">
            <a:avLst/>
          </a:prstGeom>
        </p:spPr>
        <p:txBody>
          <a:bodyPr/>
          <a:lstStyle>
            <a:lvl2pPr marL="457200" indent="0">
              <a:buNone/>
              <a:defRPr/>
            </a:lvl2pPr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C8E57D5-8238-4629-9BE0-CD06048B9CD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036693" y="1326954"/>
            <a:ext cx="3632200" cy="347663"/>
          </a:xfrm>
          <a:prstGeom prst="rect">
            <a:avLst/>
          </a:prstGeom>
        </p:spPr>
        <p:txBody>
          <a:bodyPr/>
          <a:lstStyle>
            <a:lvl2pPr marL="457200" indent="0">
              <a:buNone/>
              <a:defRPr/>
            </a:lvl2pPr>
            <a:lvl5pPr marL="1828800" indent="0">
              <a:buNone/>
              <a:defRPr/>
            </a:lvl5pPr>
          </a:lstStyle>
          <a:p>
            <a:pPr lvl="4"/>
            <a:endParaRPr lang="pt-BR"/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89AE518C-6A26-6C00-EE16-442357F1C88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430941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4E90AE9-0381-5CED-D92E-F7067A740609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25" name="Rectangle: Rounded Corners 20">
              <a:extLst>
                <a:ext uri="{FF2B5EF4-FFF2-40B4-BE49-F238E27FC236}">
                  <a16:creationId xmlns:a16="http://schemas.microsoft.com/office/drawing/2014/main" id="{5E106E74-1A30-9F39-70E0-3C602E277DAD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Rectangle: Rounded Corners 21">
              <a:extLst>
                <a:ext uri="{FF2B5EF4-FFF2-40B4-BE49-F238E27FC236}">
                  <a16:creationId xmlns:a16="http://schemas.microsoft.com/office/drawing/2014/main" id="{B7E73495-696F-CAE9-A01E-F909E595E90F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8" name="Group 19">
            <a:extLst>
              <a:ext uri="{FF2B5EF4-FFF2-40B4-BE49-F238E27FC236}">
                <a16:creationId xmlns:a16="http://schemas.microsoft.com/office/drawing/2014/main" id="{F8758614-AC86-7EEF-39C1-5478035751D1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29" name="Rectangle: Rounded Corners 20">
              <a:extLst>
                <a:ext uri="{FF2B5EF4-FFF2-40B4-BE49-F238E27FC236}">
                  <a16:creationId xmlns:a16="http://schemas.microsoft.com/office/drawing/2014/main" id="{BE211A53-7A61-BD2B-A61D-4E0FDA171A95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Rectangle: Rounded Corners 21">
              <a:extLst>
                <a:ext uri="{FF2B5EF4-FFF2-40B4-BE49-F238E27FC236}">
                  <a16:creationId xmlns:a16="http://schemas.microsoft.com/office/drawing/2014/main" id="{420C72B2-6025-A456-072C-7A14CE0B9DFF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79244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2927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8D7C149-3206-94CA-C2B9-9C9F6E611005}"/>
              </a:ext>
            </a:extLst>
          </p:cNvPr>
          <p:cNvGrpSpPr/>
          <p:nvPr userDrawn="1"/>
        </p:nvGrpSpPr>
        <p:grpSpPr>
          <a:xfrm>
            <a:off x="1154606" y="4883621"/>
            <a:ext cx="5007863" cy="1490854"/>
            <a:chOff x="1210056" y="4637452"/>
            <a:chExt cx="5007863" cy="1490854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F556F32-8BE6-1E72-FBFC-A20467A0A640}"/>
                </a:ext>
              </a:extLst>
            </p:cNvPr>
            <p:cNvSpPr/>
            <p:nvPr/>
          </p:nvSpPr>
          <p:spPr>
            <a:xfrm>
              <a:off x="1210056" y="4637452"/>
              <a:ext cx="1981200" cy="652780"/>
            </a:xfrm>
            <a:custGeom>
              <a:avLst/>
              <a:gdLst/>
              <a:ahLst/>
              <a:cxnLst/>
              <a:rect l="l" t="t" r="r" b="b"/>
              <a:pathLst>
                <a:path w="1981200" h="652779">
                  <a:moveTo>
                    <a:pt x="1981073" y="0"/>
                  </a:moveTo>
                  <a:lnTo>
                    <a:pt x="0" y="0"/>
                  </a:lnTo>
                  <a:lnTo>
                    <a:pt x="0" y="42633"/>
                  </a:lnTo>
                  <a:lnTo>
                    <a:pt x="0" y="652272"/>
                  </a:lnTo>
                  <a:lnTo>
                    <a:pt x="1981073" y="652272"/>
                  </a:lnTo>
                  <a:lnTo>
                    <a:pt x="1981073" y="42633"/>
                  </a:lnTo>
                  <a:lnTo>
                    <a:pt x="1981073" y="0"/>
                  </a:lnTo>
                  <a:close/>
                </a:path>
              </a:pathLst>
            </a:custGeom>
            <a:solidFill>
              <a:srgbClr val="2863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5" name="object 15">
              <a:extLst>
                <a:ext uri="{FF2B5EF4-FFF2-40B4-BE49-F238E27FC236}">
                  <a16:creationId xmlns:a16="http://schemas.microsoft.com/office/drawing/2014/main" id="{615FD9B9-0162-4EB5-AAF9-D0A7FCD96014}"/>
                </a:ext>
              </a:extLst>
            </p:cNvPr>
            <p:cNvGrpSpPr/>
            <p:nvPr/>
          </p:nvGrpSpPr>
          <p:grpSpPr>
            <a:xfrm>
              <a:off x="1267967" y="4680086"/>
              <a:ext cx="4949952" cy="1448220"/>
              <a:chOff x="7013447" y="4782273"/>
              <a:chExt cx="4949952" cy="1448220"/>
            </a:xfrm>
          </p:grpSpPr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F1659508-821F-04A2-F8D9-4417F2541D16}"/>
                  </a:ext>
                </a:extLst>
              </p:cNvPr>
              <p:cNvSpPr/>
              <p:nvPr/>
            </p:nvSpPr>
            <p:spPr>
              <a:xfrm>
                <a:off x="9890760" y="5580888"/>
                <a:ext cx="2072639" cy="649605"/>
              </a:xfrm>
              <a:custGeom>
                <a:avLst/>
                <a:gdLst/>
                <a:ahLst/>
                <a:cxnLst/>
                <a:rect l="l" t="t" r="r" b="b"/>
                <a:pathLst>
                  <a:path w="2072640" h="649604">
                    <a:moveTo>
                      <a:pt x="2072513" y="0"/>
                    </a:moveTo>
                    <a:lnTo>
                      <a:pt x="0" y="0"/>
                    </a:lnTo>
                    <a:lnTo>
                      <a:pt x="0" y="600290"/>
                    </a:lnTo>
                    <a:lnTo>
                      <a:pt x="0" y="649198"/>
                    </a:lnTo>
                    <a:lnTo>
                      <a:pt x="2072513" y="649198"/>
                    </a:lnTo>
                    <a:lnTo>
                      <a:pt x="2072513" y="600290"/>
                    </a:lnTo>
                    <a:lnTo>
                      <a:pt x="2072513" y="0"/>
                    </a:lnTo>
                    <a:close/>
                  </a:path>
                </a:pathLst>
              </a:custGeom>
              <a:solidFill>
                <a:srgbClr val="28637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B354C74F-D191-6295-79E0-BE169933E67A}"/>
                  </a:ext>
                </a:extLst>
              </p:cNvPr>
              <p:cNvSpPr/>
              <p:nvPr userDrawn="1"/>
            </p:nvSpPr>
            <p:spPr>
              <a:xfrm>
                <a:off x="7013447" y="4782273"/>
                <a:ext cx="4892040" cy="1398905"/>
              </a:xfrm>
              <a:custGeom>
                <a:avLst/>
                <a:gdLst/>
                <a:ahLst/>
                <a:cxnLst/>
                <a:rect l="l" t="t" r="r" b="b"/>
                <a:pathLst>
                  <a:path w="4892040" h="1398904">
                    <a:moveTo>
                      <a:pt x="4891913" y="0"/>
                    </a:moveTo>
                    <a:lnTo>
                      <a:pt x="0" y="0"/>
                    </a:lnTo>
                    <a:lnTo>
                      <a:pt x="0" y="1398904"/>
                    </a:lnTo>
                    <a:lnTo>
                      <a:pt x="4891913" y="1398904"/>
                    </a:lnTo>
                    <a:lnTo>
                      <a:pt x="4891913" y="0"/>
                    </a:lnTo>
                    <a:close/>
                  </a:path>
                </a:pathLst>
              </a:custGeom>
              <a:solidFill>
                <a:srgbClr val="EFEFE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3EA87329-ACB3-8207-6F0F-67FA52B093C8}"/>
                  </a:ext>
                </a:extLst>
              </p:cNvPr>
              <p:cNvSpPr/>
              <p:nvPr/>
            </p:nvSpPr>
            <p:spPr>
              <a:xfrm>
                <a:off x="7229855" y="4913376"/>
                <a:ext cx="478790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8789">
                    <a:moveTo>
                      <a:pt x="478535" y="0"/>
                    </a:moveTo>
                    <a:lnTo>
                      <a:pt x="0" y="0"/>
                    </a:lnTo>
                    <a:lnTo>
                      <a:pt x="0" y="478536"/>
                    </a:lnTo>
                    <a:lnTo>
                      <a:pt x="478535" y="478536"/>
                    </a:lnTo>
                    <a:lnTo>
                      <a:pt x="478535" y="0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032F6E05-E36F-2FE5-8756-1418048E82E4}"/>
                  </a:ext>
                </a:extLst>
              </p:cNvPr>
              <p:cNvSpPr/>
              <p:nvPr/>
            </p:nvSpPr>
            <p:spPr>
              <a:xfrm>
                <a:off x="7229855" y="4913376"/>
                <a:ext cx="478790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8789">
                    <a:moveTo>
                      <a:pt x="0" y="478536"/>
                    </a:moveTo>
                    <a:lnTo>
                      <a:pt x="478535" y="478536"/>
                    </a:lnTo>
                    <a:lnTo>
                      <a:pt x="478535" y="0"/>
                    </a:lnTo>
                    <a:lnTo>
                      <a:pt x="0" y="0"/>
                    </a:lnTo>
                    <a:lnTo>
                      <a:pt x="0" y="478536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88DEEEC5-FC94-36C5-54CA-365869682DA2}"/>
                  </a:ext>
                </a:extLst>
              </p:cNvPr>
              <p:cNvSpPr/>
              <p:nvPr/>
            </p:nvSpPr>
            <p:spPr>
              <a:xfrm>
                <a:off x="7229855" y="5544312"/>
                <a:ext cx="478790" cy="475615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5614">
                    <a:moveTo>
                      <a:pt x="478535" y="0"/>
                    </a:moveTo>
                    <a:lnTo>
                      <a:pt x="0" y="0"/>
                    </a:lnTo>
                    <a:lnTo>
                      <a:pt x="0" y="475488"/>
                    </a:lnTo>
                    <a:lnTo>
                      <a:pt x="478535" y="475488"/>
                    </a:lnTo>
                    <a:lnTo>
                      <a:pt x="478535" y="0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3E5EB97C-D589-CC57-FBA8-7A8FE69712C9}"/>
                  </a:ext>
                </a:extLst>
              </p:cNvPr>
              <p:cNvSpPr/>
              <p:nvPr/>
            </p:nvSpPr>
            <p:spPr>
              <a:xfrm>
                <a:off x="7229855" y="5544312"/>
                <a:ext cx="478790" cy="475615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5614">
                    <a:moveTo>
                      <a:pt x="0" y="475488"/>
                    </a:moveTo>
                    <a:lnTo>
                      <a:pt x="478535" y="475488"/>
                    </a:lnTo>
                    <a:lnTo>
                      <a:pt x="478535" y="0"/>
                    </a:lnTo>
                    <a:lnTo>
                      <a:pt x="0" y="0"/>
                    </a:lnTo>
                    <a:lnTo>
                      <a:pt x="0" y="475488"/>
                    </a:lnTo>
                    <a:close/>
                  </a:path>
                </a:pathLst>
              </a:custGeom>
              <a:ln w="12700">
                <a:solidFill>
                  <a:srgbClr val="0D0D0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8AE8E20C-EF47-4718-AB17-D7C93DE52F3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123615" y="5722886"/>
            <a:ext cx="3785302" cy="227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endParaRPr lang="pt-BR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C4834D30-AE5D-447B-7431-C76DA8353BA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429560" y="5063202"/>
            <a:ext cx="478155" cy="4729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pt-BR"/>
              <a:t>A</a:t>
            </a:r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628E4260-CF2B-EC92-F132-A60E94B0BC8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429560" y="5688041"/>
            <a:ext cx="478155" cy="47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pt-BR"/>
              <a:t>A</a:t>
            </a:r>
          </a:p>
        </p:txBody>
      </p:sp>
      <p:sp>
        <p:nvSpPr>
          <p:cNvPr id="31" name="Text Placeholder 38">
            <a:extLst>
              <a:ext uri="{FF2B5EF4-FFF2-40B4-BE49-F238E27FC236}">
                <a16:creationId xmlns:a16="http://schemas.microsoft.com/office/drawing/2014/main" id="{DDB939E5-1E7C-DD90-5474-167B1D9563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113583" y="5082096"/>
            <a:ext cx="3785302" cy="227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endParaRPr lang="pt-BR"/>
          </a:p>
        </p:txBody>
      </p:sp>
      <p:grpSp>
        <p:nvGrpSpPr>
          <p:cNvPr id="39" name="Group 19">
            <a:extLst>
              <a:ext uri="{FF2B5EF4-FFF2-40B4-BE49-F238E27FC236}">
                <a16:creationId xmlns:a16="http://schemas.microsoft.com/office/drawing/2014/main" id="{5E8A618F-A3D0-08E1-5D48-13146842A210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40" name="Rectangle: Rounded Corners 20">
              <a:extLst>
                <a:ext uri="{FF2B5EF4-FFF2-40B4-BE49-F238E27FC236}">
                  <a16:creationId xmlns:a16="http://schemas.microsoft.com/office/drawing/2014/main" id="{63FC1885-9D1F-9F1E-18BE-09ECD99A2A58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Rectangle: Rounded Corners 21">
              <a:extLst>
                <a:ext uri="{FF2B5EF4-FFF2-40B4-BE49-F238E27FC236}">
                  <a16:creationId xmlns:a16="http://schemas.microsoft.com/office/drawing/2014/main" id="{0594AB00-405E-34EC-E55D-FEE9525E678F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42" name="Group 19">
            <a:extLst>
              <a:ext uri="{FF2B5EF4-FFF2-40B4-BE49-F238E27FC236}">
                <a16:creationId xmlns:a16="http://schemas.microsoft.com/office/drawing/2014/main" id="{D3D0E7B2-E0F5-70D7-6B6D-D7D750AE6E42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43" name="Rectangle: Rounded Corners 20">
              <a:extLst>
                <a:ext uri="{FF2B5EF4-FFF2-40B4-BE49-F238E27FC236}">
                  <a16:creationId xmlns:a16="http://schemas.microsoft.com/office/drawing/2014/main" id="{E75F5E1D-EA78-5632-4150-0B8A42F1080E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Rectangle: Rounded Corners 21">
              <a:extLst>
                <a:ext uri="{FF2B5EF4-FFF2-40B4-BE49-F238E27FC236}">
                  <a16:creationId xmlns:a16="http://schemas.microsoft.com/office/drawing/2014/main" id="{2F3A07D9-2686-0BE8-501A-A66E221CACCF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68023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2D25D094-93A7-FB9C-801A-6F6DD612159B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6" name="Rectangle: Rounded Corners 20">
              <a:extLst>
                <a:ext uri="{FF2B5EF4-FFF2-40B4-BE49-F238E27FC236}">
                  <a16:creationId xmlns:a16="http://schemas.microsoft.com/office/drawing/2014/main" id="{CD0F621C-A608-247A-6702-689D5A1C7957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Rectangle: Rounded Corners 21">
              <a:extLst>
                <a:ext uri="{FF2B5EF4-FFF2-40B4-BE49-F238E27FC236}">
                  <a16:creationId xmlns:a16="http://schemas.microsoft.com/office/drawing/2014/main" id="{829ABDC2-6185-BD3E-6C9D-A6D550B5BEAC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0" name="Group 19">
            <a:extLst>
              <a:ext uri="{FF2B5EF4-FFF2-40B4-BE49-F238E27FC236}">
                <a16:creationId xmlns:a16="http://schemas.microsoft.com/office/drawing/2014/main" id="{04BFB846-2EEB-11A1-D713-2307080DBEEB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11" name="Rectangle: Rounded Corners 20">
              <a:extLst>
                <a:ext uri="{FF2B5EF4-FFF2-40B4-BE49-F238E27FC236}">
                  <a16:creationId xmlns:a16="http://schemas.microsoft.com/office/drawing/2014/main" id="{8CA966C3-58E9-CC0C-CFDE-9F906D4E8844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Rectangle: Rounded Corners 21">
              <a:extLst>
                <a:ext uri="{FF2B5EF4-FFF2-40B4-BE49-F238E27FC236}">
                  <a16:creationId xmlns:a16="http://schemas.microsoft.com/office/drawing/2014/main" id="{7CB7B4B0-3944-6800-1701-14BCF23DB741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2912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1F5BF6-BE41-DEE9-6F06-FE453E415EFF}"/>
              </a:ext>
            </a:extLst>
          </p:cNvPr>
          <p:cNvGrpSpPr/>
          <p:nvPr userDrawn="1"/>
        </p:nvGrpSpPr>
        <p:grpSpPr>
          <a:xfrm>
            <a:off x="6749221" y="4862106"/>
            <a:ext cx="5007863" cy="1490854"/>
            <a:chOff x="1210056" y="4637452"/>
            <a:chExt cx="5007863" cy="1490854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8013440-12D4-849B-9997-8FF2249EB324}"/>
                </a:ext>
              </a:extLst>
            </p:cNvPr>
            <p:cNvSpPr/>
            <p:nvPr/>
          </p:nvSpPr>
          <p:spPr>
            <a:xfrm>
              <a:off x="1210056" y="4637452"/>
              <a:ext cx="1981200" cy="652780"/>
            </a:xfrm>
            <a:custGeom>
              <a:avLst/>
              <a:gdLst/>
              <a:ahLst/>
              <a:cxnLst/>
              <a:rect l="l" t="t" r="r" b="b"/>
              <a:pathLst>
                <a:path w="1981200" h="652779">
                  <a:moveTo>
                    <a:pt x="1981073" y="0"/>
                  </a:moveTo>
                  <a:lnTo>
                    <a:pt x="0" y="0"/>
                  </a:lnTo>
                  <a:lnTo>
                    <a:pt x="0" y="42633"/>
                  </a:lnTo>
                  <a:lnTo>
                    <a:pt x="0" y="652272"/>
                  </a:lnTo>
                  <a:lnTo>
                    <a:pt x="1981073" y="652272"/>
                  </a:lnTo>
                  <a:lnTo>
                    <a:pt x="1981073" y="42633"/>
                  </a:lnTo>
                  <a:lnTo>
                    <a:pt x="1981073" y="0"/>
                  </a:lnTo>
                  <a:close/>
                </a:path>
              </a:pathLst>
            </a:custGeom>
            <a:solidFill>
              <a:srgbClr val="2863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5" name="object 15">
              <a:extLst>
                <a:ext uri="{FF2B5EF4-FFF2-40B4-BE49-F238E27FC236}">
                  <a16:creationId xmlns:a16="http://schemas.microsoft.com/office/drawing/2014/main" id="{A0499829-00C6-A091-AF11-2CBC3FB4DB66}"/>
                </a:ext>
              </a:extLst>
            </p:cNvPr>
            <p:cNvGrpSpPr/>
            <p:nvPr/>
          </p:nvGrpSpPr>
          <p:grpSpPr>
            <a:xfrm>
              <a:off x="1267967" y="4680086"/>
              <a:ext cx="4949952" cy="1448220"/>
              <a:chOff x="7013447" y="4782273"/>
              <a:chExt cx="4949952" cy="1448220"/>
            </a:xfrm>
          </p:grpSpPr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2D1824E-DD04-4480-FF45-CB110DFFFAA8}"/>
                  </a:ext>
                </a:extLst>
              </p:cNvPr>
              <p:cNvSpPr/>
              <p:nvPr/>
            </p:nvSpPr>
            <p:spPr>
              <a:xfrm>
                <a:off x="9890760" y="5580888"/>
                <a:ext cx="2072639" cy="649605"/>
              </a:xfrm>
              <a:custGeom>
                <a:avLst/>
                <a:gdLst/>
                <a:ahLst/>
                <a:cxnLst/>
                <a:rect l="l" t="t" r="r" b="b"/>
                <a:pathLst>
                  <a:path w="2072640" h="649604">
                    <a:moveTo>
                      <a:pt x="2072513" y="0"/>
                    </a:moveTo>
                    <a:lnTo>
                      <a:pt x="0" y="0"/>
                    </a:lnTo>
                    <a:lnTo>
                      <a:pt x="0" y="600290"/>
                    </a:lnTo>
                    <a:lnTo>
                      <a:pt x="0" y="649198"/>
                    </a:lnTo>
                    <a:lnTo>
                      <a:pt x="2072513" y="649198"/>
                    </a:lnTo>
                    <a:lnTo>
                      <a:pt x="2072513" y="600290"/>
                    </a:lnTo>
                    <a:lnTo>
                      <a:pt x="2072513" y="0"/>
                    </a:lnTo>
                    <a:close/>
                  </a:path>
                </a:pathLst>
              </a:custGeom>
              <a:solidFill>
                <a:srgbClr val="28637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0F48C6CD-FFAF-CB95-A05B-4B54363BE3E9}"/>
                  </a:ext>
                </a:extLst>
              </p:cNvPr>
              <p:cNvSpPr/>
              <p:nvPr userDrawn="1"/>
            </p:nvSpPr>
            <p:spPr>
              <a:xfrm>
                <a:off x="7013447" y="4782273"/>
                <a:ext cx="4892040" cy="1398905"/>
              </a:xfrm>
              <a:custGeom>
                <a:avLst/>
                <a:gdLst/>
                <a:ahLst/>
                <a:cxnLst/>
                <a:rect l="l" t="t" r="r" b="b"/>
                <a:pathLst>
                  <a:path w="4892040" h="1398904">
                    <a:moveTo>
                      <a:pt x="4891913" y="0"/>
                    </a:moveTo>
                    <a:lnTo>
                      <a:pt x="0" y="0"/>
                    </a:lnTo>
                    <a:lnTo>
                      <a:pt x="0" y="1398904"/>
                    </a:lnTo>
                    <a:lnTo>
                      <a:pt x="4891913" y="1398904"/>
                    </a:lnTo>
                    <a:lnTo>
                      <a:pt x="4891913" y="0"/>
                    </a:lnTo>
                    <a:close/>
                  </a:path>
                </a:pathLst>
              </a:custGeom>
              <a:solidFill>
                <a:srgbClr val="EFEFE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E3BEC42C-AB00-F683-82F1-14134493B3AE}"/>
                  </a:ext>
                </a:extLst>
              </p:cNvPr>
              <p:cNvSpPr/>
              <p:nvPr/>
            </p:nvSpPr>
            <p:spPr>
              <a:xfrm>
                <a:off x="7229855" y="4913376"/>
                <a:ext cx="478790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8789">
                    <a:moveTo>
                      <a:pt x="478535" y="0"/>
                    </a:moveTo>
                    <a:lnTo>
                      <a:pt x="0" y="0"/>
                    </a:lnTo>
                    <a:lnTo>
                      <a:pt x="0" y="478536"/>
                    </a:lnTo>
                    <a:lnTo>
                      <a:pt x="478535" y="478536"/>
                    </a:lnTo>
                    <a:lnTo>
                      <a:pt x="478535" y="0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8FBAE54D-DD38-43E8-6E15-D9D26C399666}"/>
                  </a:ext>
                </a:extLst>
              </p:cNvPr>
              <p:cNvSpPr/>
              <p:nvPr/>
            </p:nvSpPr>
            <p:spPr>
              <a:xfrm>
                <a:off x="7229855" y="4913376"/>
                <a:ext cx="478790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8789">
                    <a:moveTo>
                      <a:pt x="0" y="478536"/>
                    </a:moveTo>
                    <a:lnTo>
                      <a:pt x="478535" y="478536"/>
                    </a:lnTo>
                    <a:lnTo>
                      <a:pt x="478535" y="0"/>
                    </a:lnTo>
                    <a:lnTo>
                      <a:pt x="0" y="0"/>
                    </a:lnTo>
                    <a:lnTo>
                      <a:pt x="0" y="478536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78392CCA-AE10-76AC-13A0-15C6C367D2A1}"/>
                  </a:ext>
                </a:extLst>
              </p:cNvPr>
              <p:cNvSpPr/>
              <p:nvPr/>
            </p:nvSpPr>
            <p:spPr>
              <a:xfrm>
                <a:off x="7229855" y="5544312"/>
                <a:ext cx="478790" cy="475615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5614">
                    <a:moveTo>
                      <a:pt x="478535" y="0"/>
                    </a:moveTo>
                    <a:lnTo>
                      <a:pt x="0" y="0"/>
                    </a:lnTo>
                    <a:lnTo>
                      <a:pt x="0" y="475488"/>
                    </a:lnTo>
                    <a:lnTo>
                      <a:pt x="478535" y="475488"/>
                    </a:lnTo>
                    <a:lnTo>
                      <a:pt x="478535" y="0"/>
                    </a:lnTo>
                    <a:close/>
                  </a:path>
                </a:pathLst>
              </a:custGeom>
              <a:solidFill>
                <a:srgbClr val="4040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F58BA4E5-2BBF-0A5E-9B83-0249AC905688}"/>
                  </a:ext>
                </a:extLst>
              </p:cNvPr>
              <p:cNvSpPr/>
              <p:nvPr/>
            </p:nvSpPr>
            <p:spPr>
              <a:xfrm>
                <a:off x="7229855" y="5544312"/>
                <a:ext cx="478790" cy="475615"/>
              </a:xfrm>
              <a:custGeom>
                <a:avLst/>
                <a:gdLst/>
                <a:ahLst/>
                <a:cxnLst/>
                <a:rect l="l" t="t" r="r" b="b"/>
                <a:pathLst>
                  <a:path w="478790" h="475614">
                    <a:moveTo>
                      <a:pt x="0" y="475488"/>
                    </a:moveTo>
                    <a:lnTo>
                      <a:pt x="478535" y="475488"/>
                    </a:lnTo>
                    <a:lnTo>
                      <a:pt x="478535" y="0"/>
                    </a:lnTo>
                    <a:lnTo>
                      <a:pt x="0" y="0"/>
                    </a:lnTo>
                    <a:lnTo>
                      <a:pt x="0" y="475488"/>
                    </a:lnTo>
                    <a:close/>
                  </a:path>
                </a:pathLst>
              </a:custGeom>
              <a:ln w="12700">
                <a:solidFill>
                  <a:srgbClr val="0D0D0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C2FB0EA9-B7E7-BE37-DBFB-BE15199D66D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18230" y="5701371"/>
            <a:ext cx="3785302" cy="227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endParaRPr lang="pt-BR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8BF146D1-7F3F-D5FB-E56C-64FC4BEFE69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024175" y="5041687"/>
            <a:ext cx="478155" cy="4729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pt-BR"/>
              <a:t>A</a:t>
            </a:r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89E90C50-A13D-4107-5425-0046F6A5662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24175" y="5666526"/>
            <a:ext cx="478155" cy="47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pt-BR"/>
              <a:t>A</a:t>
            </a:r>
          </a:p>
        </p:txBody>
      </p:sp>
      <p:sp>
        <p:nvSpPr>
          <p:cNvPr id="31" name="Text Placeholder 38">
            <a:extLst>
              <a:ext uri="{FF2B5EF4-FFF2-40B4-BE49-F238E27FC236}">
                <a16:creationId xmlns:a16="http://schemas.microsoft.com/office/drawing/2014/main" id="{830C2B32-A899-C351-EE24-96EC5C51ABA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08198" y="5060581"/>
            <a:ext cx="3785302" cy="227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54956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4190618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8" name="Espaço Reservado para Gráfico 41">
            <a:extLst>
              <a:ext uri="{FF2B5EF4-FFF2-40B4-BE49-F238E27FC236}">
                <a16:creationId xmlns:a16="http://schemas.microsoft.com/office/drawing/2014/main" id="{8C365E9E-4DF9-C6D7-DA09-AE0D1D9A1A3A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224182" y="1938707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9" name="Espaço Reservado para Texto 13">
            <a:extLst>
              <a:ext uri="{FF2B5EF4-FFF2-40B4-BE49-F238E27FC236}">
                <a16:creationId xmlns:a16="http://schemas.microsoft.com/office/drawing/2014/main" id="{915E9B79-35E4-94D0-AD46-3C6512FA7D6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24182" y="3932344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grpSp>
        <p:nvGrpSpPr>
          <p:cNvPr id="33" name="Group 19">
            <a:extLst>
              <a:ext uri="{FF2B5EF4-FFF2-40B4-BE49-F238E27FC236}">
                <a16:creationId xmlns:a16="http://schemas.microsoft.com/office/drawing/2014/main" id="{29399761-8777-A516-0898-6EA7907C5AEC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34" name="Rectangle: Rounded Corners 20">
              <a:extLst>
                <a:ext uri="{FF2B5EF4-FFF2-40B4-BE49-F238E27FC236}">
                  <a16:creationId xmlns:a16="http://schemas.microsoft.com/office/drawing/2014/main" id="{42D52273-D762-DE36-93D2-68B3CD9A685E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Rectangle: Rounded Corners 21">
              <a:extLst>
                <a:ext uri="{FF2B5EF4-FFF2-40B4-BE49-F238E27FC236}">
                  <a16:creationId xmlns:a16="http://schemas.microsoft.com/office/drawing/2014/main" id="{883C6485-FD69-6809-34F6-BBFD2B23ACA6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7" name="Group 19">
            <a:extLst>
              <a:ext uri="{FF2B5EF4-FFF2-40B4-BE49-F238E27FC236}">
                <a16:creationId xmlns:a16="http://schemas.microsoft.com/office/drawing/2014/main" id="{D14CA5CE-B9B3-73DC-26A9-0909CE9F8100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38" name="Rectangle: Rounded Corners 20">
              <a:extLst>
                <a:ext uri="{FF2B5EF4-FFF2-40B4-BE49-F238E27FC236}">
                  <a16:creationId xmlns:a16="http://schemas.microsoft.com/office/drawing/2014/main" id="{7012DC58-5EE9-9724-C627-CE393551E722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Rectangle: Rounded Corners 21">
              <a:extLst>
                <a:ext uri="{FF2B5EF4-FFF2-40B4-BE49-F238E27FC236}">
                  <a16:creationId xmlns:a16="http://schemas.microsoft.com/office/drawing/2014/main" id="{7ACF9199-7C18-BBAD-B60C-1BED28E8E522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26435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2999" y="394821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23" name="Espaço Reservado para Texto 4">
            <a:extLst>
              <a:ext uri="{FF2B5EF4-FFF2-40B4-BE49-F238E27FC236}">
                <a16:creationId xmlns:a16="http://schemas.microsoft.com/office/drawing/2014/main" id="{471BEC0C-CC00-6AB8-FDE6-6FD9358496C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45528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64156F92-E31C-A176-9B15-65D695EDB8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528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7" name="Espaço Reservado para Gráfico 41">
            <a:extLst>
              <a:ext uri="{FF2B5EF4-FFF2-40B4-BE49-F238E27FC236}">
                <a16:creationId xmlns:a16="http://schemas.microsoft.com/office/drawing/2014/main" id="{57548C3B-1C06-8153-F1CD-5249EB8D4B13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745527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3" name="Group 19">
            <a:extLst>
              <a:ext uri="{FF2B5EF4-FFF2-40B4-BE49-F238E27FC236}">
                <a16:creationId xmlns:a16="http://schemas.microsoft.com/office/drawing/2014/main" id="{5E0CFCFA-09E6-BB68-2F6B-E38B5C1598E4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14" name="Rectangle: Rounded Corners 20">
              <a:extLst>
                <a:ext uri="{FF2B5EF4-FFF2-40B4-BE49-F238E27FC236}">
                  <a16:creationId xmlns:a16="http://schemas.microsoft.com/office/drawing/2014/main" id="{80DBC1F6-B63E-9CFF-7F02-E57383C99724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Rectangle: Rounded Corners 21">
              <a:extLst>
                <a:ext uri="{FF2B5EF4-FFF2-40B4-BE49-F238E27FC236}">
                  <a16:creationId xmlns:a16="http://schemas.microsoft.com/office/drawing/2014/main" id="{751C3502-A89C-5FB8-3DF3-DF15E88198E6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2352710A-7815-75EF-F43C-08FA45538456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17" name="Rectangle: Rounded Corners 20">
              <a:extLst>
                <a:ext uri="{FF2B5EF4-FFF2-40B4-BE49-F238E27FC236}">
                  <a16:creationId xmlns:a16="http://schemas.microsoft.com/office/drawing/2014/main" id="{840890CB-4D80-736A-21E8-507DF474E007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Rectangle: Rounded Corners 21">
              <a:extLst>
                <a:ext uri="{FF2B5EF4-FFF2-40B4-BE49-F238E27FC236}">
                  <a16:creationId xmlns:a16="http://schemas.microsoft.com/office/drawing/2014/main" id="{A885579C-4C9A-18F2-8FB0-6D6E1759D1C9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5100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4">
            <a:extLst>
              <a:ext uri="{FF2B5EF4-FFF2-40B4-BE49-F238E27FC236}">
                <a16:creationId xmlns:a16="http://schemas.microsoft.com/office/drawing/2014/main" id="{E08B9058-5A02-0886-9622-95F5C3B6A53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486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36034069-5787-E025-48DE-72237FED77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486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15" name="Espaço Reservado para Gráfico 41">
            <a:extLst>
              <a:ext uri="{FF2B5EF4-FFF2-40B4-BE49-F238E27FC236}">
                <a16:creationId xmlns:a16="http://schemas.microsoft.com/office/drawing/2014/main" id="{5148984B-39E6-0E19-63AC-F3AD704D1937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6748682" y="4190618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16" name="Espaço Reservado para Gráfico 41">
            <a:extLst>
              <a:ext uri="{FF2B5EF4-FFF2-40B4-BE49-F238E27FC236}">
                <a16:creationId xmlns:a16="http://schemas.microsoft.com/office/drawing/2014/main" id="{2DA44DC1-D93A-1B3B-E3A5-CAD9CBEEF32F}"/>
              </a:ext>
            </a:extLst>
          </p:cNvPr>
          <p:cNvSpPr>
            <a:spLocks noGrp="1"/>
          </p:cNvSpPr>
          <p:nvPr>
            <p:ph type="chart" sz="quarter" idx="31"/>
          </p:nvPr>
        </p:nvSpPr>
        <p:spPr>
          <a:xfrm>
            <a:off x="6748682" y="1938707"/>
            <a:ext cx="4871818" cy="1993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8C0BAC6C-9985-A7F9-4FA7-C0D835837A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48682" y="3932344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3" name="Content Placeholder 105">
            <a:extLst>
              <a:ext uri="{FF2B5EF4-FFF2-40B4-BE49-F238E27FC236}">
                <a16:creationId xmlns:a16="http://schemas.microsoft.com/office/drawing/2014/main" id="{E2BEC790-55B5-9C0C-50AC-8FC001FFF44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B817BCAE-AE34-F9A4-9931-1C3B3E52D35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98800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  <p:sp>
        <p:nvSpPr>
          <p:cNvPr id="20" name="Espaço Reservado para Texto 4">
            <a:extLst>
              <a:ext uri="{FF2B5EF4-FFF2-40B4-BE49-F238E27FC236}">
                <a16:creationId xmlns:a16="http://schemas.microsoft.com/office/drawing/2014/main" id="{9B7A4390-28A7-5198-4903-CF14A5E786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4904796F-C71B-529D-6329-A25E08808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4183" y="1691819"/>
            <a:ext cx="4871816" cy="246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i="1">
                <a:solidFill>
                  <a:srgbClr val="7C7C7C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endParaRPr lang="pt-BR"/>
          </a:p>
        </p:txBody>
      </p:sp>
      <p:sp>
        <p:nvSpPr>
          <p:cNvPr id="22" name="Espaço Reservado para Gráfico 41">
            <a:extLst>
              <a:ext uri="{FF2B5EF4-FFF2-40B4-BE49-F238E27FC236}">
                <a16:creationId xmlns:a16="http://schemas.microsoft.com/office/drawing/2014/main" id="{DF7D451C-3EE5-0884-5C09-47342BAD6A6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224182" y="1949090"/>
            <a:ext cx="4871818" cy="4235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pt-BR"/>
          </a:p>
        </p:txBody>
      </p:sp>
      <p:grpSp>
        <p:nvGrpSpPr>
          <p:cNvPr id="18" name="Group 19">
            <a:extLst>
              <a:ext uri="{FF2B5EF4-FFF2-40B4-BE49-F238E27FC236}">
                <a16:creationId xmlns:a16="http://schemas.microsoft.com/office/drawing/2014/main" id="{ABBC7BC2-7265-0C09-16C9-7106939073F2}"/>
              </a:ext>
            </a:extLst>
          </p:cNvPr>
          <p:cNvGrpSpPr/>
          <p:nvPr userDrawn="1"/>
        </p:nvGrpSpPr>
        <p:grpSpPr>
          <a:xfrm>
            <a:off x="972245" y="1432120"/>
            <a:ext cx="270363" cy="253515"/>
            <a:chOff x="1560790" y="3422211"/>
            <a:chExt cx="252678" cy="253515"/>
          </a:xfrm>
        </p:grpSpPr>
        <p:sp>
          <p:nvSpPr>
            <p:cNvPr id="19" name="Rectangle: Rounded Corners 20">
              <a:extLst>
                <a:ext uri="{FF2B5EF4-FFF2-40B4-BE49-F238E27FC236}">
                  <a16:creationId xmlns:a16="http://schemas.microsoft.com/office/drawing/2014/main" id="{A8FD1706-F1BF-B38A-16E0-99F29D1D1B1E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Rectangle: Rounded Corners 21">
              <a:extLst>
                <a:ext uri="{FF2B5EF4-FFF2-40B4-BE49-F238E27FC236}">
                  <a16:creationId xmlns:a16="http://schemas.microsoft.com/office/drawing/2014/main" id="{8BDB4985-ADD7-98CE-3865-44766D231E92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4" name="Group 19">
            <a:extLst>
              <a:ext uri="{FF2B5EF4-FFF2-40B4-BE49-F238E27FC236}">
                <a16:creationId xmlns:a16="http://schemas.microsoft.com/office/drawing/2014/main" id="{73604D40-10FC-8FD9-390A-759CDB1106DF}"/>
              </a:ext>
            </a:extLst>
          </p:cNvPr>
          <p:cNvGrpSpPr/>
          <p:nvPr userDrawn="1"/>
        </p:nvGrpSpPr>
        <p:grpSpPr>
          <a:xfrm>
            <a:off x="6495036" y="1432120"/>
            <a:ext cx="270363" cy="253515"/>
            <a:chOff x="1560790" y="3422211"/>
            <a:chExt cx="252678" cy="253515"/>
          </a:xfrm>
        </p:grpSpPr>
        <p:sp>
          <p:nvSpPr>
            <p:cNvPr id="25" name="Rectangle: Rounded Corners 20">
              <a:extLst>
                <a:ext uri="{FF2B5EF4-FFF2-40B4-BE49-F238E27FC236}">
                  <a16:creationId xmlns:a16="http://schemas.microsoft.com/office/drawing/2014/main" id="{AA7947DA-BBC1-59E8-6F5B-A068EB5E11B7}"/>
                </a:ext>
              </a:extLst>
            </p:cNvPr>
            <p:cNvSpPr/>
            <p:nvPr userDrawn="1"/>
          </p:nvSpPr>
          <p:spPr>
            <a:xfrm>
              <a:off x="1560790" y="3422211"/>
              <a:ext cx="215660" cy="21241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F2A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Rectangle: Rounded Corners 21">
              <a:extLst>
                <a:ext uri="{FF2B5EF4-FFF2-40B4-BE49-F238E27FC236}">
                  <a16:creationId xmlns:a16="http://schemas.microsoft.com/office/drawing/2014/main" id="{F6B211F6-17A3-2AF1-A758-CB27C02E68D1}"/>
                </a:ext>
              </a:extLst>
            </p:cNvPr>
            <p:cNvSpPr/>
            <p:nvPr userDrawn="1"/>
          </p:nvSpPr>
          <p:spPr>
            <a:xfrm>
              <a:off x="1586668" y="3448926"/>
              <a:ext cx="226800" cy="226800"/>
            </a:xfrm>
            <a:prstGeom prst="roundRect">
              <a:avLst/>
            </a:prstGeom>
            <a:solidFill>
              <a:srgbClr val="F2AA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49671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51">
            <a:extLst>
              <a:ext uri="{FF2B5EF4-FFF2-40B4-BE49-F238E27FC236}">
                <a16:creationId xmlns:a16="http://schemas.microsoft.com/office/drawing/2014/main" id="{AD25A820-BCEA-C009-9D50-3059A8A6F0B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821767" y="2277041"/>
            <a:ext cx="5122354" cy="40762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25" name="Text Placeholder 46">
            <a:extLst>
              <a:ext uri="{FF2B5EF4-FFF2-40B4-BE49-F238E27FC236}">
                <a16:creationId xmlns:a16="http://schemas.microsoft.com/office/drawing/2014/main" id="{8970FFDC-D307-68CF-E4CC-EE4C5354EC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811" y="1405530"/>
            <a:ext cx="5121310" cy="5518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149C463D-5DDF-8F99-41DB-220114FAC1A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21767" y="1978936"/>
            <a:ext cx="5121440" cy="2765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9A1B5B4-9DDF-73FE-F1BE-83B591BE3311}"/>
              </a:ext>
            </a:extLst>
          </p:cNvPr>
          <p:cNvGrpSpPr/>
          <p:nvPr userDrawn="1"/>
        </p:nvGrpSpPr>
        <p:grpSpPr>
          <a:xfrm>
            <a:off x="6567359" y="1389478"/>
            <a:ext cx="228670" cy="266180"/>
            <a:chOff x="412911" y="1273876"/>
            <a:chExt cx="228670" cy="26618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841AFF5-0431-1396-7CC4-193987C8C72C}"/>
                </a:ext>
              </a:extLst>
            </p:cNvPr>
            <p:cNvSpPr/>
            <p:nvPr userDrawn="1"/>
          </p:nvSpPr>
          <p:spPr>
            <a:xfrm>
              <a:off x="412911" y="1273876"/>
              <a:ext cx="206526" cy="207096"/>
            </a:xfrm>
            <a:prstGeom prst="roundRect">
              <a:avLst/>
            </a:prstGeom>
            <a:noFill/>
            <a:ln>
              <a:solidFill>
                <a:srgbClr val="2863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252CF02-2F78-5E57-87F4-2F5EF79306AD}"/>
                </a:ext>
              </a:extLst>
            </p:cNvPr>
            <p:cNvSpPr/>
            <p:nvPr userDrawn="1"/>
          </p:nvSpPr>
          <p:spPr>
            <a:xfrm>
              <a:off x="435055" y="1332960"/>
              <a:ext cx="206526" cy="207096"/>
            </a:xfrm>
            <a:prstGeom prst="roundRect">
              <a:avLst/>
            </a:prstGeom>
            <a:solidFill>
              <a:srgbClr val="28637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CF78DB-EE55-8DA3-BB04-32471AD3FAAF}"/>
              </a:ext>
            </a:extLst>
          </p:cNvPr>
          <p:cNvSpPr/>
          <p:nvPr userDrawn="1"/>
        </p:nvSpPr>
        <p:spPr>
          <a:xfrm>
            <a:off x="5002960" y="1219705"/>
            <a:ext cx="6937854" cy="5204866"/>
          </a:xfrm>
          <a:prstGeom prst="roundRect">
            <a:avLst>
              <a:gd name="adj" fmla="val 580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 Placeholder 27">
            <a:extLst>
              <a:ext uri="{FF2B5EF4-FFF2-40B4-BE49-F238E27FC236}">
                <a16:creationId xmlns:a16="http://schemas.microsoft.com/office/drawing/2014/main" id="{193822CD-0069-2C07-7A51-2D0960CF69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09098" y="1594674"/>
            <a:ext cx="3281750" cy="26816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Subtítulo Gráfico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941A696C-38B9-46DB-A176-91127E2246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09099" y="1347502"/>
            <a:ext cx="3281748" cy="24328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Título Gráfico</a:t>
            </a:r>
          </a:p>
        </p:txBody>
      </p:sp>
      <p:sp>
        <p:nvSpPr>
          <p:cNvPr id="11" name="Chart Placeholder 34">
            <a:extLst>
              <a:ext uri="{FF2B5EF4-FFF2-40B4-BE49-F238E27FC236}">
                <a16:creationId xmlns:a16="http://schemas.microsoft.com/office/drawing/2014/main" id="{FC6A16F5-CFBA-E5FE-6300-E51645C09597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5009098" y="1835002"/>
            <a:ext cx="3281750" cy="4518288"/>
          </a:xfrm>
          <a:prstGeom prst="rect">
            <a:avLst/>
          </a:prstGeom>
          <a:noFill/>
        </p:spPr>
        <p:txBody>
          <a:bodyPr/>
          <a:lstStyle/>
          <a:p>
            <a:endParaRPr lang="pt-BR"/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063386E0-8EFA-3335-74C0-C82F38E99F7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59065" y="1594674"/>
            <a:ext cx="3281750" cy="26816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Subtítulo Gráfico</a:t>
            </a:r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5A1DD368-03FC-448E-658E-1A32589DCC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659066" y="1347502"/>
            <a:ext cx="3281748" cy="24328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Título Gráfico</a:t>
            </a:r>
          </a:p>
        </p:txBody>
      </p:sp>
      <p:sp>
        <p:nvSpPr>
          <p:cNvPr id="21" name="Chart Placeholder 34">
            <a:extLst>
              <a:ext uri="{FF2B5EF4-FFF2-40B4-BE49-F238E27FC236}">
                <a16:creationId xmlns:a16="http://schemas.microsoft.com/office/drawing/2014/main" id="{93243B26-D51A-D51F-B2B4-2448B2B59CBE}"/>
              </a:ext>
            </a:extLst>
          </p:cNvPr>
          <p:cNvSpPr>
            <a:spLocks noGrp="1"/>
          </p:cNvSpPr>
          <p:nvPr>
            <p:ph type="chart" sz="quarter" idx="33"/>
          </p:nvPr>
        </p:nvSpPr>
        <p:spPr>
          <a:xfrm>
            <a:off x="8659065" y="1835002"/>
            <a:ext cx="3281750" cy="451828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E9848056-6F10-7606-9EDC-CB38CD1C5C2D}"/>
              </a:ext>
            </a:extLst>
          </p:cNvPr>
          <p:cNvSpPr/>
          <p:nvPr userDrawn="1"/>
        </p:nvSpPr>
        <p:spPr>
          <a:xfrm rot="16200000">
            <a:off x="1121352" y="2245886"/>
            <a:ext cx="490798" cy="429969"/>
          </a:xfrm>
          <a:custGeom>
            <a:avLst/>
            <a:gdLst/>
            <a:ahLst/>
            <a:cxnLst/>
            <a:rect l="l" t="t" r="r" b="b"/>
            <a:pathLst>
              <a:path w="622300" h="608329">
                <a:moveTo>
                  <a:pt x="621792" y="0"/>
                </a:moveTo>
                <a:lnTo>
                  <a:pt x="310896" y="304037"/>
                </a:lnTo>
                <a:lnTo>
                  <a:pt x="0" y="0"/>
                </a:lnTo>
                <a:lnTo>
                  <a:pt x="0" y="304037"/>
                </a:lnTo>
                <a:lnTo>
                  <a:pt x="310896" y="608075"/>
                </a:lnTo>
                <a:lnTo>
                  <a:pt x="621792" y="304037"/>
                </a:lnTo>
                <a:lnTo>
                  <a:pt x="621792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EDE23AA0-8200-4AF0-5C7C-7AA8C684D61F}"/>
              </a:ext>
            </a:extLst>
          </p:cNvPr>
          <p:cNvSpPr/>
          <p:nvPr userDrawn="1"/>
        </p:nvSpPr>
        <p:spPr>
          <a:xfrm rot="16200000">
            <a:off x="1098646" y="3615932"/>
            <a:ext cx="490798" cy="429969"/>
          </a:xfrm>
          <a:custGeom>
            <a:avLst/>
            <a:gdLst/>
            <a:ahLst/>
            <a:cxnLst/>
            <a:rect l="l" t="t" r="r" b="b"/>
            <a:pathLst>
              <a:path w="622300" h="608329">
                <a:moveTo>
                  <a:pt x="621792" y="0"/>
                </a:moveTo>
                <a:lnTo>
                  <a:pt x="310896" y="304037"/>
                </a:lnTo>
                <a:lnTo>
                  <a:pt x="0" y="0"/>
                </a:lnTo>
                <a:lnTo>
                  <a:pt x="0" y="304037"/>
                </a:lnTo>
                <a:lnTo>
                  <a:pt x="310896" y="608075"/>
                </a:lnTo>
                <a:lnTo>
                  <a:pt x="621792" y="304037"/>
                </a:lnTo>
                <a:lnTo>
                  <a:pt x="621792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7E40D657-ACD2-A09E-51E9-13953B89ED47}"/>
              </a:ext>
            </a:extLst>
          </p:cNvPr>
          <p:cNvSpPr/>
          <p:nvPr userDrawn="1"/>
        </p:nvSpPr>
        <p:spPr>
          <a:xfrm rot="16200000">
            <a:off x="1085208" y="4985978"/>
            <a:ext cx="490798" cy="429969"/>
          </a:xfrm>
          <a:custGeom>
            <a:avLst/>
            <a:gdLst/>
            <a:ahLst/>
            <a:cxnLst/>
            <a:rect l="l" t="t" r="r" b="b"/>
            <a:pathLst>
              <a:path w="622300" h="608329">
                <a:moveTo>
                  <a:pt x="621792" y="0"/>
                </a:moveTo>
                <a:lnTo>
                  <a:pt x="310896" y="304037"/>
                </a:lnTo>
                <a:lnTo>
                  <a:pt x="0" y="0"/>
                </a:lnTo>
                <a:lnTo>
                  <a:pt x="0" y="304037"/>
                </a:lnTo>
                <a:lnTo>
                  <a:pt x="310896" y="608075"/>
                </a:lnTo>
                <a:lnTo>
                  <a:pt x="621792" y="304037"/>
                </a:lnTo>
                <a:lnTo>
                  <a:pt x="621792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601D9038-A523-714A-8F4D-E20AE62593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10603" y="2215473"/>
            <a:ext cx="2476765" cy="490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9DA52D8A-8871-FA9C-8DBD-001F4D7D92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10603" y="3585518"/>
            <a:ext cx="2459955" cy="490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31" name="Text Placeholder 33">
            <a:extLst>
              <a:ext uri="{FF2B5EF4-FFF2-40B4-BE49-F238E27FC236}">
                <a16:creationId xmlns:a16="http://schemas.microsoft.com/office/drawing/2014/main" id="{6F7318B6-F77E-6335-D3CA-ACEDADC03C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10603" y="4955563"/>
            <a:ext cx="2459955" cy="490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5" name="Content Placeholder 105">
            <a:extLst>
              <a:ext uri="{FF2B5EF4-FFF2-40B4-BE49-F238E27FC236}">
                <a16:creationId xmlns:a16="http://schemas.microsoft.com/office/drawing/2014/main" id="{4CD18D42-253F-1601-25DC-F2A93333A8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10" name="object 25">
            <a:extLst>
              <a:ext uri="{FF2B5EF4-FFF2-40B4-BE49-F238E27FC236}">
                <a16:creationId xmlns:a16="http://schemas.microsoft.com/office/drawing/2014/main" id="{95FFB289-DDFA-96CB-47EE-B6F9327BF5C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36984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68612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0">
            <a:extLst>
              <a:ext uri="{FF2B5EF4-FFF2-40B4-BE49-F238E27FC236}">
                <a16:creationId xmlns:a16="http://schemas.microsoft.com/office/drawing/2014/main" id="{CD27FE42-206E-0D0C-90C7-1A07E5B0A07E}"/>
              </a:ext>
            </a:extLst>
          </p:cNvPr>
          <p:cNvSpPr/>
          <p:nvPr userDrawn="1"/>
        </p:nvSpPr>
        <p:spPr>
          <a:xfrm>
            <a:off x="3848913" y="2081047"/>
            <a:ext cx="919958" cy="2788285"/>
          </a:xfrm>
          <a:custGeom>
            <a:avLst/>
            <a:gdLst/>
            <a:ahLst/>
            <a:cxnLst/>
            <a:rect l="l" t="t" r="r" b="b"/>
            <a:pathLst>
              <a:path w="379729" h="2788285">
                <a:moveTo>
                  <a:pt x="0" y="2787954"/>
                </a:moveTo>
                <a:lnTo>
                  <a:pt x="379730" y="2787954"/>
                </a:lnTo>
                <a:lnTo>
                  <a:pt x="379730" y="0"/>
                </a:lnTo>
                <a:lnTo>
                  <a:pt x="0" y="0"/>
                </a:lnTo>
                <a:lnTo>
                  <a:pt x="0" y="278795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5C0A5F20-C780-E452-A44B-FF21E82B1517}"/>
              </a:ext>
            </a:extLst>
          </p:cNvPr>
          <p:cNvSpPr/>
          <p:nvPr userDrawn="1"/>
        </p:nvSpPr>
        <p:spPr>
          <a:xfrm>
            <a:off x="1170381" y="1492477"/>
            <a:ext cx="3098165" cy="4916949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287494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4287494"/>
                </a:lnTo>
                <a:lnTo>
                  <a:pt x="3097631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160176D8-E310-360A-091C-F55E64D1F011}"/>
              </a:ext>
            </a:extLst>
          </p:cNvPr>
          <p:cNvSpPr/>
          <p:nvPr userDrawn="1"/>
        </p:nvSpPr>
        <p:spPr>
          <a:xfrm>
            <a:off x="1017979" y="1340064"/>
            <a:ext cx="3098165" cy="4916949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4" y="0"/>
                </a:moveTo>
                <a:lnTo>
                  <a:pt x="0" y="0"/>
                </a:lnTo>
                <a:lnTo>
                  <a:pt x="0" y="4439899"/>
                </a:lnTo>
                <a:lnTo>
                  <a:pt x="3097634" y="4439899"/>
                </a:lnTo>
                <a:lnTo>
                  <a:pt x="3097634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F702F821-0EA4-9540-8338-DEBB513889D5}"/>
              </a:ext>
            </a:extLst>
          </p:cNvPr>
          <p:cNvSpPr/>
          <p:nvPr userDrawn="1"/>
        </p:nvSpPr>
        <p:spPr>
          <a:xfrm>
            <a:off x="7575573" y="2081047"/>
            <a:ext cx="960277" cy="2788285"/>
          </a:xfrm>
          <a:custGeom>
            <a:avLst/>
            <a:gdLst/>
            <a:ahLst/>
            <a:cxnLst/>
            <a:rect l="l" t="t" r="r" b="b"/>
            <a:pathLst>
              <a:path w="351154" h="2788285">
                <a:moveTo>
                  <a:pt x="0" y="2787954"/>
                </a:moveTo>
                <a:lnTo>
                  <a:pt x="350558" y="2787954"/>
                </a:lnTo>
                <a:lnTo>
                  <a:pt x="350558" y="0"/>
                </a:lnTo>
                <a:lnTo>
                  <a:pt x="0" y="0"/>
                </a:lnTo>
                <a:lnTo>
                  <a:pt x="0" y="278795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46B32977-EA3A-706D-4535-FD26B53AF552}"/>
              </a:ext>
            </a:extLst>
          </p:cNvPr>
          <p:cNvSpPr/>
          <p:nvPr userDrawn="1"/>
        </p:nvSpPr>
        <p:spPr>
          <a:xfrm>
            <a:off x="4925805" y="1482698"/>
            <a:ext cx="3098165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44" y="0"/>
                </a:moveTo>
                <a:lnTo>
                  <a:pt x="0" y="0"/>
                </a:lnTo>
                <a:lnTo>
                  <a:pt x="0" y="4297311"/>
                </a:lnTo>
                <a:lnTo>
                  <a:pt x="0" y="4439882"/>
                </a:lnTo>
                <a:lnTo>
                  <a:pt x="3097644" y="4439882"/>
                </a:lnTo>
                <a:lnTo>
                  <a:pt x="3097644" y="4297311"/>
                </a:lnTo>
                <a:lnTo>
                  <a:pt x="3097644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F3784CDC-9ED4-8825-85E7-0589A76FB364}"/>
              </a:ext>
            </a:extLst>
          </p:cNvPr>
          <p:cNvSpPr/>
          <p:nvPr userDrawn="1"/>
        </p:nvSpPr>
        <p:spPr>
          <a:xfrm>
            <a:off x="4763386" y="1340673"/>
            <a:ext cx="3097644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EDE333DB-9FAD-F88B-A239-22A84A7E8589}"/>
              </a:ext>
            </a:extLst>
          </p:cNvPr>
          <p:cNvSpPr/>
          <p:nvPr userDrawn="1"/>
        </p:nvSpPr>
        <p:spPr>
          <a:xfrm>
            <a:off x="11079277" y="2081047"/>
            <a:ext cx="1112723" cy="2788285"/>
          </a:xfrm>
          <a:custGeom>
            <a:avLst/>
            <a:gdLst/>
            <a:ahLst/>
            <a:cxnLst/>
            <a:rect l="l" t="t" r="r" b="b"/>
            <a:pathLst>
              <a:path w="467995" h="2788285">
                <a:moveTo>
                  <a:pt x="0" y="2787954"/>
                </a:moveTo>
                <a:lnTo>
                  <a:pt x="467715" y="2787954"/>
                </a:lnTo>
                <a:lnTo>
                  <a:pt x="467715" y="0"/>
                </a:lnTo>
                <a:lnTo>
                  <a:pt x="0" y="0"/>
                </a:lnTo>
                <a:lnTo>
                  <a:pt x="0" y="278795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53EDA5F8-98ED-68D0-4DC4-92AAFB539F76}"/>
              </a:ext>
            </a:extLst>
          </p:cNvPr>
          <p:cNvSpPr/>
          <p:nvPr userDrawn="1"/>
        </p:nvSpPr>
        <p:spPr>
          <a:xfrm>
            <a:off x="8707047" y="1482685"/>
            <a:ext cx="3098165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287494"/>
                </a:lnTo>
                <a:lnTo>
                  <a:pt x="0" y="4439894"/>
                </a:lnTo>
                <a:lnTo>
                  <a:pt x="3097631" y="4439894"/>
                </a:lnTo>
                <a:lnTo>
                  <a:pt x="3097631" y="4287494"/>
                </a:lnTo>
                <a:lnTo>
                  <a:pt x="3097631" y="0"/>
                </a:lnTo>
                <a:close/>
              </a:path>
            </a:pathLst>
          </a:custGeom>
          <a:solidFill>
            <a:srgbClr val="F2A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FA029EC7-8B3B-CF7A-A0AB-853474724AD8}"/>
              </a:ext>
            </a:extLst>
          </p:cNvPr>
          <p:cNvSpPr/>
          <p:nvPr userDrawn="1"/>
        </p:nvSpPr>
        <p:spPr>
          <a:xfrm>
            <a:off x="8543731" y="1325395"/>
            <a:ext cx="3098165" cy="4926727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3097631" y="0"/>
                </a:moveTo>
                <a:lnTo>
                  <a:pt x="0" y="0"/>
                </a:lnTo>
                <a:lnTo>
                  <a:pt x="0" y="4439893"/>
                </a:lnTo>
                <a:lnTo>
                  <a:pt x="3097631" y="4439893"/>
                </a:lnTo>
                <a:lnTo>
                  <a:pt x="3097631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3">
            <a:extLst>
              <a:ext uri="{FF2B5EF4-FFF2-40B4-BE49-F238E27FC236}">
                <a16:creationId xmlns:a16="http://schemas.microsoft.com/office/drawing/2014/main" id="{933CE19F-8B50-DA6A-4189-AD9FE66E9185}"/>
              </a:ext>
            </a:extLst>
          </p:cNvPr>
          <p:cNvSpPr/>
          <p:nvPr userDrawn="1"/>
        </p:nvSpPr>
        <p:spPr>
          <a:xfrm>
            <a:off x="1028894" y="1330286"/>
            <a:ext cx="3098165" cy="4449699"/>
          </a:xfrm>
          <a:custGeom>
            <a:avLst/>
            <a:gdLst/>
            <a:ahLst/>
            <a:cxnLst/>
            <a:rect l="l" t="t" r="r" b="b"/>
            <a:pathLst>
              <a:path w="3098165" h="4439920">
                <a:moveTo>
                  <a:pt x="0" y="0"/>
                </a:moveTo>
                <a:lnTo>
                  <a:pt x="3097641" y="0"/>
                </a:lnTo>
                <a:lnTo>
                  <a:pt x="3097641" y="4439902"/>
                </a:lnTo>
                <a:lnTo>
                  <a:pt x="0" y="4439902"/>
                </a:lnTo>
                <a:lnTo>
                  <a:pt x="0" y="0"/>
                </a:lnTo>
                <a:close/>
              </a:path>
            </a:pathLst>
          </a:custGeom>
          <a:ln w="25400"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Content Placeholder 51">
            <a:extLst>
              <a:ext uri="{FF2B5EF4-FFF2-40B4-BE49-F238E27FC236}">
                <a16:creationId xmlns:a16="http://schemas.microsoft.com/office/drawing/2014/main" id="{1FC17454-DD8C-2EB0-1A75-D89F8ECAB12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42822" y="2177504"/>
            <a:ext cx="3086718" cy="4028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8" name="Text Placeholder 46">
            <a:extLst>
              <a:ext uri="{FF2B5EF4-FFF2-40B4-BE49-F238E27FC236}">
                <a16:creationId xmlns:a16="http://schemas.microsoft.com/office/drawing/2014/main" id="{6DFBD942-BF9C-06F1-CDBE-151248FB45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2822" y="1332960"/>
            <a:ext cx="3086718" cy="550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A37AE468-5E9E-6BDF-7605-407FD725EA6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5851" y="1899276"/>
            <a:ext cx="3086718" cy="263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10" name="Content Placeholder 51">
            <a:extLst>
              <a:ext uri="{FF2B5EF4-FFF2-40B4-BE49-F238E27FC236}">
                <a16:creationId xmlns:a16="http://schemas.microsoft.com/office/drawing/2014/main" id="{F30138C5-D4A2-987F-AA27-F7D950041099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767747" y="2177505"/>
            <a:ext cx="3086718" cy="40316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8A437FCD-1F2C-6901-6C55-33EEA7F709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67747" y="1332960"/>
            <a:ext cx="3086718" cy="550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35AA525C-C3C5-43EC-C85C-6EDD354171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60776" y="1899276"/>
            <a:ext cx="3086718" cy="263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34" name="Text Placeholder 46">
            <a:extLst>
              <a:ext uri="{FF2B5EF4-FFF2-40B4-BE49-F238E27FC236}">
                <a16:creationId xmlns:a16="http://schemas.microsoft.com/office/drawing/2014/main" id="{26ED4285-D7E5-0419-92FB-9B127A57BFB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27597" y="1332960"/>
            <a:ext cx="3086718" cy="5505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35" name="Text Placeholder 46">
            <a:extLst>
              <a:ext uri="{FF2B5EF4-FFF2-40B4-BE49-F238E27FC236}">
                <a16:creationId xmlns:a16="http://schemas.microsoft.com/office/drawing/2014/main" id="{9B844B39-66EE-648D-C091-4BDF994779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0626" y="1899276"/>
            <a:ext cx="3086718" cy="263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pt-BR"/>
              <a:t>A</a:t>
            </a:r>
          </a:p>
        </p:txBody>
      </p:sp>
      <p:sp>
        <p:nvSpPr>
          <p:cNvPr id="40" name="Content Placeholder 51">
            <a:extLst>
              <a:ext uri="{FF2B5EF4-FFF2-40B4-BE49-F238E27FC236}">
                <a16:creationId xmlns:a16="http://schemas.microsoft.com/office/drawing/2014/main" id="{FF8A4D65-8195-18C6-5C07-FE0A711CEC7C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1027504" y="2152974"/>
            <a:ext cx="3084108" cy="4052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7" name="Content Placeholder 105">
            <a:extLst>
              <a:ext uri="{FF2B5EF4-FFF2-40B4-BE49-F238E27FC236}">
                <a16:creationId xmlns:a16="http://schemas.microsoft.com/office/drawing/2014/main" id="{491EE0E7-E0E5-4210-ED6F-C478B7CA680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36984" y="829145"/>
            <a:ext cx="8646160" cy="208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69F395DF-E996-FEF5-0308-67AEA7D4AD9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36984" y="272125"/>
            <a:ext cx="8645400" cy="557845"/>
          </a:xfrm>
          <a:prstGeom prst="rect">
            <a:avLst/>
          </a:prstGeom>
        </p:spPr>
        <p:txBody>
          <a:bodyPr vert="horz" wrap="square" lIns="0" tIns="186690" rIns="0" bIns="0" rtlCol="0" anchor="ctr">
            <a:spAutoFit/>
          </a:bodyPr>
          <a:lstStyle>
            <a:lvl1pPr>
              <a:defRPr sz="2400"/>
            </a:lvl1pPr>
          </a:lstStyle>
          <a:p>
            <a:pPr marL="19685">
              <a:lnSpc>
                <a:spcPct val="100000"/>
              </a:lnSpc>
              <a:spcBef>
                <a:spcPts val="1470"/>
              </a:spcBef>
            </a:pPr>
            <a:r>
              <a:rPr lang="en-US" spc="-25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566930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3A933-D889-44CE-25EE-91FEE945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78840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27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object 12">
            <a:extLst>
              <a:ext uri="{FF2B5EF4-FFF2-40B4-BE49-F238E27FC236}">
                <a16:creationId xmlns:a16="http://schemas.microsoft.com/office/drawing/2014/main" id="{F8F3A988-7A02-E1F5-95C6-59D510086A74}"/>
              </a:ext>
            </a:extLst>
          </p:cNvPr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341375" cy="68389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pic>
      <p:sp>
        <p:nvSpPr>
          <p:cNvPr id="15" name="bg object 22">
            <a:extLst>
              <a:ext uri="{FF2B5EF4-FFF2-40B4-BE49-F238E27FC236}">
                <a16:creationId xmlns:a16="http://schemas.microsoft.com/office/drawing/2014/main" id="{A714F9A4-B023-A39F-3F64-5423068FD3AF}"/>
              </a:ext>
            </a:extLst>
          </p:cNvPr>
          <p:cNvSpPr/>
          <p:nvPr userDrawn="1"/>
        </p:nvSpPr>
        <p:spPr>
          <a:xfrm>
            <a:off x="-639" y="6302005"/>
            <a:ext cx="725170" cy="578485"/>
          </a:xfrm>
          <a:custGeom>
            <a:avLst/>
            <a:gdLst/>
            <a:ahLst/>
            <a:cxnLst/>
            <a:rect l="l" t="t" r="r" b="b"/>
            <a:pathLst>
              <a:path w="725170" h="578484">
                <a:moveTo>
                  <a:pt x="0" y="0"/>
                </a:moveTo>
                <a:lnTo>
                  <a:pt x="0" y="578047"/>
                </a:lnTo>
                <a:lnTo>
                  <a:pt x="724877" y="5780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23">
            <a:extLst>
              <a:ext uri="{FF2B5EF4-FFF2-40B4-BE49-F238E27FC236}">
                <a16:creationId xmlns:a16="http://schemas.microsoft.com/office/drawing/2014/main" id="{7CE56AB9-3D05-C120-4F73-ABCA041D4A73}"/>
              </a:ext>
            </a:extLst>
          </p:cNvPr>
          <p:cNvSpPr/>
          <p:nvPr userDrawn="1"/>
        </p:nvSpPr>
        <p:spPr>
          <a:xfrm>
            <a:off x="0" y="6279419"/>
            <a:ext cx="725170" cy="578485"/>
          </a:xfrm>
          <a:custGeom>
            <a:avLst/>
            <a:gdLst/>
            <a:ahLst/>
            <a:cxnLst/>
            <a:rect l="l" t="t" r="r" b="b"/>
            <a:pathLst>
              <a:path w="725170" h="578484">
                <a:moveTo>
                  <a:pt x="724877" y="578047"/>
                </a:moveTo>
                <a:lnTo>
                  <a:pt x="0" y="0"/>
                </a:lnTo>
              </a:path>
              <a:path w="725170" h="578484">
                <a:moveTo>
                  <a:pt x="0" y="578047"/>
                </a:moveTo>
                <a:lnTo>
                  <a:pt x="101728" y="578047"/>
                </a:lnTo>
                <a:lnTo>
                  <a:pt x="233679" y="578047"/>
                </a:lnTo>
                <a:lnTo>
                  <a:pt x="724877" y="578047"/>
                </a:lnTo>
              </a:path>
            </a:pathLst>
          </a:cu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24">
            <a:extLst>
              <a:ext uri="{FF2B5EF4-FFF2-40B4-BE49-F238E27FC236}">
                <a16:creationId xmlns:a16="http://schemas.microsoft.com/office/drawing/2014/main" id="{523CFD4F-B066-DF3D-7792-E7E7E0301B19}"/>
              </a:ext>
            </a:extLst>
          </p:cNvPr>
          <p:cNvSpPr/>
          <p:nvPr userDrawn="1"/>
        </p:nvSpPr>
        <p:spPr>
          <a:xfrm>
            <a:off x="0" y="6416640"/>
            <a:ext cx="1400175" cy="441325"/>
          </a:xfrm>
          <a:custGeom>
            <a:avLst/>
            <a:gdLst/>
            <a:ahLst/>
            <a:cxnLst/>
            <a:rect l="l" t="t" r="r" b="b"/>
            <a:pathLst>
              <a:path w="1400175" h="441325">
                <a:moveTo>
                  <a:pt x="1400175" y="440851"/>
                </a:moveTo>
                <a:lnTo>
                  <a:pt x="0" y="413947"/>
                </a:lnTo>
              </a:path>
              <a:path w="1400175" h="441325">
                <a:moveTo>
                  <a:pt x="1368171" y="440851"/>
                </a:moveTo>
                <a:lnTo>
                  <a:pt x="0" y="388062"/>
                </a:lnTo>
              </a:path>
              <a:path w="1400175" h="441325">
                <a:moveTo>
                  <a:pt x="1336421" y="440851"/>
                </a:moveTo>
                <a:lnTo>
                  <a:pt x="0" y="361703"/>
                </a:lnTo>
              </a:path>
              <a:path w="1400175" h="441325">
                <a:moveTo>
                  <a:pt x="1304163" y="440851"/>
                </a:moveTo>
                <a:lnTo>
                  <a:pt x="0" y="336366"/>
                </a:lnTo>
              </a:path>
              <a:path w="1400175" h="441325">
                <a:moveTo>
                  <a:pt x="1272159" y="440851"/>
                </a:moveTo>
                <a:lnTo>
                  <a:pt x="0" y="309565"/>
                </a:lnTo>
              </a:path>
              <a:path w="1400175" h="441325">
                <a:moveTo>
                  <a:pt x="956805" y="440851"/>
                </a:moveTo>
                <a:lnTo>
                  <a:pt x="0" y="51780"/>
                </a:lnTo>
              </a:path>
              <a:path w="1400175" h="441325">
                <a:moveTo>
                  <a:pt x="925131" y="440851"/>
                </a:moveTo>
                <a:lnTo>
                  <a:pt x="0" y="26074"/>
                </a:lnTo>
              </a:path>
              <a:path w="1400175" h="441325">
                <a:moveTo>
                  <a:pt x="892822" y="440851"/>
                </a:moveTo>
                <a:lnTo>
                  <a:pt x="0" y="0"/>
                </a:lnTo>
              </a:path>
            </a:pathLst>
          </a:custGeom>
          <a:ln w="6096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25">
            <a:extLst>
              <a:ext uri="{FF2B5EF4-FFF2-40B4-BE49-F238E27FC236}">
                <a16:creationId xmlns:a16="http://schemas.microsoft.com/office/drawing/2014/main" id="{1B6E0980-D0E4-4728-E445-98E9C8D9806C}"/>
              </a:ext>
            </a:extLst>
          </p:cNvPr>
          <p:cNvSpPr/>
          <p:nvPr userDrawn="1"/>
        </p:nvSpPr>
        <p:spPr>
          <a:xfrm>
            <a:off x="0" y="6391964"/>
            <a:ext cx="861060" cy="466090"/>
          </a:xfrm>
          <a:custGeom>
            <a:avLst/>
            <a:gdLst/>
            <a:ahLst/>
            <a:cxnLst/>
            <a:rect l="l" t="t" r="r" b="b"/>
            <a:pathLst>
              <a:path w="861060" h="466090">
                <a:moveTo>
                  <a:pt x="860903" y="466033"/>
                </a:moveTo>
                <a:lnTo>
                  <a:pt x="0" y="0"/>
                </a:lnTo>
              </a:path>
            </a:pathLst>
          </a:custGeom>
          <a:ln w="6093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26">
            <a:extLst>
              <a:ext uri="{FF2B5EF4-FFF2-40B4-BE49-F238E27FC236}">
                <a16:creationId xmlns:a16="http://schemas.microsoft.com/office/drawing/2014/main" id="{B01CC285-6A3B-F6F6-E5FE-AB2FDCC4C83A}"/>
              </a:ext>
            </a:extLst>
          </p:cNvPr>
          <p:cNvSpPr/>
          <p:nvPr userDrawn="1"/>
        </p:nvSpPr>
        <p:spPr>
          <a:xfrm>
            <a:off x="0" y="6291251"/>
            <a:ext cx="1242060" cy="567055"/>
          </a:xfrm>
          <a:custGeom>
            <a:avLst/>
            <a:gdLst/>
            <a:ahLst/>
            <a:cxnLst/>
            <a:rect l="l" t="t" r="r" b="b"/>
            <a:pathLst>
              <a:path w="1242060" h="567054">
                <a:moveTo>
                  <a:pt x="828967" y="566747"/>
                </a:moveTo>
                <a:lnTo>
                  <a:pt x="0" y="74637"/>
                </a:lnTo>
              </a:path>
              <a:path w="1242060" h="567054">
                <a:moveTo>
                  <a:pt x="798487" y="566747"/>
                </a:moveTo>
                <a:lnTo>
                  <a:pt x="0" y="50111"/>
                </a:lnTo>
              </a:path>
              <a:path w="1242060" h="567054">
                <a:moveTo>
                  <a:pt x="766470" y="566747"/>
                </a:moveTo>
                <a:lnTo>
                  <a:pt x="0" y="24254"/>
                </a:lnTo>
              </a:path>
              <a:path w="1242060" h="567054">
                <a:moveTo>
                  <a:pt x="734491" y="566747"/>
                </a:moveTo>
                <a:lnTo>
                  <a:pt x="0" y="0"/>
                </a:lnTo>
              </a:path>
              <a:path w="1242060" h="567054">
                <a:moveTo>
                  <a:pt x="1241818" y="566747"/>
                </a:moveTo>
                <a:lnTo>
                  <a:pt x="0" y="409960"/>
                </a:lnTo>
              </a:path>
              <a:path w="1242060" h="567054">
                <a:moveTo>
                  <a:pt x="1210132" y="566747"/>
                </a:moveTo>
                <a:lnTo>
                  <a:pt x="0" y="383925"/>
                </a:lnTo>
              </a:path>
              <a:path w="1242060" h="567054">
                <a:moveTo>
                  <a:pt x="1178407" y="566747"/>
                </a:moveTo>
                <a:lnTo>
                  <a:pt x="0" y="357978"/>
                </a:lnTo>
              </a:path>
              <a:path w="1242060" h="567054">
                <a:moveTo>
                  <a:pt x="1146746" y="566747"/>
                </a:moveTo>
                <a:lnTo>
                  <a:pt x="0" y="331958"/>
                </a:lnTo>
              </a:path>
              <a:path w="1242060" h="567054">
                <a:moveTo>
                  <a:pt x="1115060" y="566747"/>
                </a:moveTo>
                <a:lnTo>
                  <a:pt x="0" y="306032"/>
                </a:lnTo>
              </a:path>
              <a:path w="1242060" h="567054">
                <a:moveTo>
                  <a:pt x="1083335" y="566747"/>
                </a:moveTo>
                <a:lnTo>
                  <a:pt x="0" y="280230"/>
                </a:lnTo>
              </a:path>
              <a:path w="1242060" h="567054">
                <a:moveTo>
                  <a:pt x="1051636" y="566747"/>
                </a:moveTo>
                <a:lnTo>
                  <a:pt x="0" y="254403"/>
                </a:lnTo>
              </a:path>
              <a:path w="1242060" h="567054">
                <a:moveTo>
                  <a:pt x="1019949" y="566747"/>
                </a:moveTo>
                <a:lnTo>
                  <a:pt x="0" y="228627"/>
                </a:lnTo>
              </a:path>
              <a:path w="1242060" h="567054">
                <a:moveTo>
                  <a:pt x="988263" y="566747"/>
                </a:moveTo>
                <a:lnTo>
                  <a:pt x="0" y="202907"/>
                </a:lnTo>
              </a:path>
            </a:pathLst>
          </a:custGeom>
          <a:solidFill>
            <a:schemeClr val="bg1">
              <a:lumMod val="50000"/>
            </a:schemeClr>
          </a:solidFill>
          <a:ln w="6096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31F3B4-9676-F716-1BF6-CB69C56BCE78}"/>
              </a:ext>
            </a:extLst>
          </p:cNvPr>
          <p:cNvSpPr/>
          <p:nvPr userDrawn="1"/>
        </p:nvSpPr>
        <p:spPr>
          <a:xfrm>
            <a:off x="-1376142" y="1365604"/>
            <a:ext cx="1246094" cy="751356"/>
          </a:xfrm>
          <a:prstGeom prst="rect">
            <a:avLst/>
          </a:prstGeom>
          <a:solidFill>
            <a:srgbClr val="E9BC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#E9BCC3</a:t>
            </a:r>
            <a:endParaRPr lang="pt-B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E592EC-776C-9DD3-5A30-B7440126B334}"/>
              </a:ext>
            </a:extLst>
          </p:cNvPr>
          <p:cNvSpPr/>
          <p:nvPr userDrawn="1"/>
        </p:nvSpPr>
        <p:spPr>
          <a:xfrm>
            <a:off x="-1376142" y="2271572"/>
            <a:ext cx="1246094" cy="751356"/>
          </a:xfrm>
          <a:prstGeom prst="rect">
            <a:avLst/>
          </a:prstGeom>
          <a:solidFill>
            <a:srgbClr val="DAB5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#DAB5B2</a:t>
            </a:r>
            <a:endParaRPr lang="pt-B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A9E77E-3D15-199F-A929-A8284DDD51E8}"/>
              </a:ext>
            </a:extLst>
          </p:cNvPr>
          <p:cNvSpPr/>
          <p:nvPr userDrawn="1"/>
        </p:nvSpPr>
        <p:spPr>
          <a:xfrm>
            <a:off x="-1376142" y="3177540"/>
            <a:ext cx="1246094" cy="751356"/>
          </a:xfrm>
          <a:prstGeom prst="rect">
            <a:avLst/>
          </a:prstGeom>
          <a:solidFill>
            <a:srgbClr val="F6E4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#F6E4E6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366D26-FE01-88B5-A75D-E3C7A200A6CF}"/>
              </a:ext>
            </a:extLst>
          </p:cNvPr>
          <p:cNvSpPr/>
          <p:nvPr userDrawn="1"/>
        </p:nvSpPr>
        <p:spPr>
          <a:xfrm>
            <a:off x="-1380726" y="4083508"/>
            <a:ext cx="1255263" cy="751356"/>
          </a:xfrm>
          <a:prstGeom prst="rect">
            <a:avLst/>
          </a:prstGeom>
          <a:solidFill>
            <a:srgbClr val="F4D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#F4DBC8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E259533-3BEA-100D-3A20-B1B29D98BA60}"/>
              </a:ext>
            </a:extLst>
          </p:cNvPr>
          <p:cNvSpPr/>
          <p:nvPr userDrawn="1"/>
        </p:nvSpPr>
        <p:spPr>
          <a:xfrm>
            <a:off x="-1376142" y="363267"/>
            <a:ext cx="1246094" cy="847725"/>
          </a:xfrm>
          <a:prstGeom prst="rect">
            <a:avLst/>
          </a:prstGeom>
          <a:solidFill>
            <a:srgbClr val="CF51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#CF5145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301C487-D78A-9659-B300-97BC56DC0C7E}"/>
              </a:ext>
            </a:extLst>
          </p:cNvPr>
          <p:cNvSpPr/>
          <p:nvPr userDrawn="1"/>
        </p:nvSpPr>
        <p:spPr>
          <a:xfrm>
            <a:off x="-1376142" y="4989477"/>
            <a:ext cx="1246094" cy="847725"/>
          </a:xfrm>
          <a:prstGeom prst="rect">
            <a:avLst/>
          </a:prstGeom>
          <a:solidFill>
            <a:srgbClr val="4366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#4366AB</a:t>
            </a:r>
            <a:endParaRPr lang="pt-BR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90F6028-FF85-9DDF-1852-11DE5E0E4C19}"/>
              </a:ext>
            </a:extLst>
          </p:cNvPr>
          <p:cNvCxnSpPr/>
          <p:nvPr userDrawn="1"/>
        </p:nvCxnSpPr>
        <p:spPr>
          <a:xfrm>
            <a:off x="1002843" y="6848472"/>
            <a:ext cx="725883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bject 26">
            <a:extLst>
              <a:ext uri="{FF2B5EF4-FFF2-40B4-BE49-F238E27FC236}">
                <a16:creationId xmlns:a16="http://schemas.microsoft.com/office/drawing/2014/main" id="{637F1BAB-1EAD-B8FC-377E-9E6AB778729E}"/>
              </a:ext>
            </a:extLst>
          </p:cNvPr>
          <p:cNvSpPr/>
          <p:nvPr userDrawn="1"/>
        </p:nvSpPr>
        <p:spPr>
          <a:xfrm>
            <a:off x="11084814" y="6457950"/>
            <a:ext cx="0" cy="329565"/>
          </a:xfrm>
          <a:custGeom>
            <a:avLst/>
            <a:gdLst/>
            <a:ahLst/>
            <a:cxnLst/>
            <a:rect l="l" t="t" r="r" b="b"/>
            <a:pathLst>
              <a:path h="329565">
                <a:moveTo>
                  <a:pt x="0" y="0"/>
                </a:moveTo>
                <a:lnTo>
                  <a:pt x="0" y="329109"/>
                </a:lnTo>
              </a:path>
            </a:pathLst>
          </a:cu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52">
            <a:extLst>
              <a:ext uri="{FF2B5EF4-FFF2-40B4-BE49-F238E27FC236}">
                <a16:creationId xmlns:a16="http://schemas.microsoft.com/office/drawing/2014/main" id="{519DB043-3CB5-03BF-A699-28210B8F00EC}"/>
              </a:ext>
            </a:extLst>
          </p:cNvPr>
          <p:cNvSpPr txBox="1"/>
          <p:nvPr userDrawn="1"/>
        </p:nvSpPr>
        <p:spPr>
          <a:xfrm>
            <a:off x="11479656" y="6505255"/>
            <a:ext cx="235585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dirty="0">
                <a:latin typeface="Segoe UI Light"/>
                <a:cs typeface="Segoe UI Light"/>
              </a:rPr>
              <a:t>‹#›</a:t>
            </a:fld>
            <a:endParaRPr sz="1200">
              <a:latin typeface="Segoe UI Light"/>
              <a:cs typeface="Segoe UI Light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ED49DC7-7B0C-35C5-F925-86C2AD75A8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8554" y="6416640"/>
            <a:ext cx="440965" cy="39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Diamond 20">
            <a:extLst>
              <a:ext uri="{FF2B5EF4-FFF2-40B4-BE49-F238E27FC236}">
                <a16:creationId xmlns:a16="http://schemas.microsoft.com/office/drawing/2014/main" id="{5DCF46DD-EBE6-514F-ECAC-D25B53411202}"/>
              </a:ext>
            </a:extLst>
          </p:cNvPr>
          <p:cNvSpPr>
            <a:spLocks noChangeAspect="1"/>
          </p:cNvSpPr>
          <p:nvPr userDrawn="1"/>
        </p:nvSpPr>
        <p:spPr>
          <a:xfrm>
            <a:off x="613970" y="666149"/>
            <a:ext cx="432000" cy="432000"/>
          </a:xfrm>
          <a:prstGeom prst="diamond">
            <a:avLst/>
          </a:prstGeom>
          <a:noFill/>
          <a:ln w="50800" cap="rnd">
            <a:solidFill>
              <a:schemeClr val="tx1">
                <a:lumMod val="75000"/>
                <a:lumOff val="2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76000"/>
                      <a:gd name="connsiteY0" fmla="*/ 288000 h 576000"/>
                      <a:gd name="connsiteX1" fmla="*/ 288000 w 576000"/>
                      <a:gd name="connsiteY1" fmla="*/ 0 h 576000"/>
                      <a:gd name="connsiteX2" fmla="*/ 576000 w 576000"/>
                      <a:gd name="connsiteY2" fmla="*/ 288000 h 576000"/>
                      <a:gd name="connsiteX3" fmla="*/ 288000 w 576000"/>
                      <a:gd name="connsiteY3" fmla="*/ 576000 h 576000"/>
                      <a:gd name="connsiteX4" fmla="*/ 0 w 576000"/>
                      <a:gd name="connsiteY4" fmla="*/ 288000 h 576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76000" h="576000" extrusionOk="0">
                        <a:moveTo>
                          <a:pt x="0" y="288000"/>
                        </a:moveTo>
                        <a:cubicBezTo>
                          <a:pt x="80913" y="208383"/>
                          <a:pt x="186972" y="103747"/>
                          <a:pt x="288000" y="0"/>
                        </a:cubicBezTo>
                        <a:cubicBezTo>
                          <a:pt x="359572" y="73961"/>
                          <a:pt x="449402" y="134647"/>
                          <a:pt x="576000" y="288000"/>
                        </a:cubicBezTo>
                        <a:cubicBezTo>
                          <a:pt x="448257" y="443825"/>
                          <a:pt x="379362" y="473764"/>
                          <a:pt x="288000" y="576000"/>
                        </a:cubicBezTo>
                        <a:cubicBezTo>
                          <a:pt x="242765" y="498526"/>
                          <a:pt x="144384" y="404362"/>
                          <a:pt x="0" y="2880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586E9171-F392-6579-C40D-018DB2E17372}"/>
              </a:ext>
            </a:extLst>
          </p:cNvPr>
          <p:cNvSpPr>
            <a:spLocks noChangeAspect="1"/>
          </p:cNvSpPr>
          <p:nvPr userDrawn="1"/>
        </p:nvSpPr>
        <p:spPr>
          <a:xfrm>
            <a:off x="577970" y="350952"/>
            <a:ext cx="504000" cy="504000"/>
          </a:xfrm>
          <a:prstGeom prst="diamond">
            <a:avLst/>
          </a:prstGeom>
          <a:noFill/>
          <a:ln w="50800" cap="rnd">
            <a:solidFill>
              <a:schemeClr val="tx1">
                <a:lumMod val="50000"/>
                <a:lumOff val="50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76000"/>
                      <a:gd name="connsiteY0" fmla="*/ 288000 h 576000"/>
                      <a:gd name="connsiteX1" fmla="*/ 288000 w 576000"/>
                      <a:gd name="connsiteY1" fmla="*/ 0 h 576000"/>
                      <a:gd name="connsiteX2" fmla="*/ 576000 w 576000"/>
                      <a:gd name="connsiteY2" fmla="*/ 288000 h 576000"/>
                      <a:gd name="connsiteX3" fmla="*/ 288000 w 576000"/>
                      <a:gd name="connsiteY3" fmla="*/ 576000 h 576000"/>
                      <a:gd name="connsiteX4" fmla="*/ 0 w 576000"/>
                      <a:gd name="connsiteY4" fmla="*/ 288000 h 576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76000" h="576000" extrusionOk="0">
                        <a:moveTo>
                          <a:pt x="0" y="288000"/>
                        </a:moveTo>
                        <a:cubicBezTo>
                          <a:pt x="80913" y="208383"/>
                          <a:pt x="186972" y="103747"/>
                          <a:pt x="288000" y="0"/>
                        </a:cubicBezTo>
                        <a:cubicBezTo>
                          <a:pt x="359572" y="73961"/>
                          <a:pt x="449402" y="134647"/>
                          <a:pt x="576000" y="288000"/>
                        </a:cubicBezTo>
                        <a:cubicBezTo>
                          <a:pt x="448257" y="443825"/>
                          <a:pt x="379362" y="473764"/>
                          <a:pt x="288000" y="576000"/>
                        </a:cubicBezTo>
                        <a:cubicBezTo>
                          <a:pt x="242765" y="498526"/>
                          <a:pt x="144384" y="404362"/>
                          <a:pt x="0" y="2880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40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7" r:id="rId6"/>
    <p:sldLayoutId id="2147483658" r:id="rId7"/>
    <p:sldLayoutId id="2147483659" r:id="rId8"/>
    <p:sldLayoutId id="2147483661" r:id="rId9"/>
    <p:sldLayoutId id="2147483662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object 12">
            <a:extLst>
              <a:ext uri="{FF2B5EF4-FFF2-40B4-BE49-F238E27FC236}">
                <a16:creationId xmlns:a16="http://schemas.microsoft.com/office/drawing/2014/main" id="{F8F3A988-7A02-E1F5-95C6-59D510086A74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0" y="0"/>
            <a:ext cx="341375" cy="683894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33000">
                <a:schemeClr val="accent2">
                  <a:lumMod val="50000"/>
                </a:schemeClr>
              </a:gs>
              <a:gs pos="7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</p:pic>
      <p:sp>
        <p:nvSpPr>
          <p:cNvPr id="13" name="bg object 20">
            <a:extLst>
              <a:ext uri="{FF2B5EF4-FFF2-40B4-BE49-F238E27FC236}">
                <a16:creationId xmlns:a16="http://schemas.microsoft.com/office/drawing/2014/main" id="{0C9CD692-8FE7-2F76-70E9-FDC54C5ECAF3}"/>
              </a:ext>
            </a:extLst>
          </p:cNvPr>
          <p:cNvSpPr/>
          <p:nvPr userDrawn="1"/>
        </p:nvSpPr>
        <p:spPr>
          <a:xfrm>
            <a:off x="0" y="482345"/>
            <a:ext cx="2204720" cy="1280160"/>
          </a:xfrm>
          <a:custGeom>
            <a:avLst/>
            <a:gdLst/>
            <a:ahLst/>
            <a:cxnLst/>
            <a:rect l="l" t="t" r="r" b="b"/>
            <a:pathLst>
              <a:path w="2204720" h="1280160">
                <a:moveTo>
                  <a:pt x="0" y="617702"/>
                </a:moveTo>
                <a:lnTo>
                  <a:pt x="37573" y="554714"/>
                </a:lnTo>
                <a:lnTo>
                  <a:pt x="62927" y="516570"/>
                </a:lnTo>
                <a:lnTo>
                  <a:pt x="89529" y="479486"/>
                </a:lnTo>
                <a:lnTo>
                  <a:pt x="117346" y="443498"/>
                </a:lnTo>
                <a:lnTo>
                  <a:pt x="146345" y="408641"/>
                </a:lnTo>
                <a:lnTo>
                  <a:pt x="176493" y="374951"/>
                </a:lnTo>
                <a:lnTo>
                  <a:pt x="207756" y="342463"/>
                </a:lnTo>
                <a:lnTo>
                  <a:pt x="240103" y="311214"/>
                </a:lnTo>
                <a:lnTo>
                  <a:pt x="273499" y="281237"/>
                </a:lnTo>
                <a:lnTo>
                  <a:pt x="307911" y="252570"/>
                </a:lnTo>
                <a:lnTo>
                  <a:pt x="343308" y="225248"/>
                </a:lnTo>
                <a:lnTo>
                  <a:pt x="379655" y="199306"/>
                </a:lnTo>
                <a:lnTo>
                  <a:pt x="416921" y="174780"/>
                </a:lnTo>
                <a:lnTo>
                  <a:pt x="455070" y="151705"/>
                </a:lnTo>
                <a:lnTo>
                  <a:pt x="494072" y="130117"/>
                </a:lnTo>
                <a:lnTo>
                  <a:pt x="533892" y="110052"/>
                </a:lnTo>
                <a:lnTo>
                  <a:pt x="574498" y="91545"/>
                </a:lnTo>
                <a:lnTo>
                  <a:pt x="615857" y="74631"/>
                </a:lnTo>
                <a:lnTo>
                  <a:pt x="657935" y="59347"/>
                </a:lnTo>
                <a:lnTo>
                  <a:pt x="700700" y="45728"/>
                </a:lnTo>
                <a:lnTo>
                  <a:pt x="744118" y="33810"/>
                </a:lnTo>
                <a:lnTo>
                  <a:pt x="788157" y="23627"/>
                </a:lnTo>
                <a:lnTo>
                  <a:pt x="832784" y="15216"/>
                </a:lnTo>
                <a:lnTo>
                  <a:pt x="877966" y="8612"/>
                </a:lnTo>
                <a:lnTo>
                  <a:pt x="923669" y="3851"/>
                </a:lnTo>
                <a:lnTo>
                  <a:pt x="969860" y="968"/>
                </a:lnTo>
                <a:lnTo>
                  <a:pt x="1016507" y="0"/>
                </a:lnTo>
                <a:lnTo>
                  <a:pt x="1063154" y="968"/>
                </a:lnTo>
                <a:lnTo>
                  <a:pt x="1109344" y="3851"/>
                </a:lnTo>
                <a:lnTo>
                  <a:pt x="1155047" y="8612"/>
                </a:lnTo>
                <a:lnTo>
                  <a:pt x="1200227" y="15216"/>
                </a:lnTo>
                <a:lnTo>
                  <a:pt x="1244854" y="23627"/>
                </a:lnTo>
                <a:lnTo>
                  <a:pt x="1288892" y="33810"/>
                </a:lnTo>
                <a:lnTo>
                  <a:pt x="1332310" y="45728"/>
                </a:lnTo>
                <a:lnTo>
                  <a:pt x="1375075" y="59347"/>
                </a:lnTo>
                <a:lnTo>
                  <a:pt x="1417153" y="74631"/>
                </a:lnTo>
                <a:lnTo>
                  <a:pt x="1458511" y="91545"/>
                </a:lnTo>
                <a:lnTo>
                  <a:pt x="1499117" y="110052"/>
                </a:lnTo>
                <a:lnTo>
                  <a:pt x="1538937" y="130117"/>
                </a:lnTo>
                <a:lnTo>
                  <a:pt x="1577939" y="151705"/>
                </a:lnTo>
                <a:lnTo>
                  <a:pt x="1616088" y="174780"/>
                </a:lnTo>
                <a:lnTo>
                  <a:pt x="1653353" y="199306"/>
                </a:lnTo>
                <a:lnTo>
                  <a:pt x="1689701" y="225248"/>
                </a:lnTo>
                <a:lnTo>
                  <a:pt x="1725098" y="252570"/>
                </a:lnTo>
                <a:lnTo>
                  <a:pt x="1759511" y="281237"/>
                </a:lnTo>
                <a:lnTo>
                  <a:pt x="1792907" y="311214"/>
                </a:lnTo>
                <a:lnTo>
                  <a:pt x="1825253" y="342463"/>
                </a:lnTo>
                <a:lnTo>
                  <a:pt x="1856517" y="374951"/>
                </a:lnTo>
                <a:lnTo>
                  <a:pt x="1886665" y="408641"/>
                </a:lnTo>
                <a:lnTo>
                  <a:pt x="1915664" y="443498"/>
                </a:lnTo>
                <a:lnTo>
                  <a:pt x="1943481" y="479486"/>
                </a:lnTo>
                <a:lnTo>
                  <a:pt x="1970084" y="516570"/>
                </a:lnTo>
                <a:lnTo>
                  <a:pt x="1995438" y="554714"/>
                </a:lnTo>
                <a:lnTo>
                  <a:pt x="2019512" y="593883"/>
                </a:lnTo>
                <a:lnTo>
                  <a:pt x="2042272" y="634040"/>
                </a:lnTo>
                <a:lnTo>
                  <a:pt x="2063685" y="675151"/>
                </a:lnTo>
                <a:lnTo>
                  <a:pt x="2083718" y="717179"/>
                </a:lnTo>
                <a:lnTo>
                  <a:pt x="2102338" y="760090"/>
                </a:lnTo>
                <a:lnTo>
                  <a:pt x="2119513" y="803847"/>
                </a:lnTo>
                <a:lnTo>
                  <a:pt x="2135208" y="848416"/>
                </a:lnTo>
                <a:lnTo>
                  <a:pt x="2149391" y="893760"/>
                </a:lnTo>
                <a:lnTo>
                  <a:pt x="2162030" y="939844"/>
                </a:lnTo>
                <a:lnTo>
                  <a:pt x="2173090" y="986632"/>
                </a:lnTo>
                <a:lnTo>
                  <a:pt x="2182539" y="1034089"/>
                </a:lnTo>
                <a:lnTo>
                  <a:pt x="2190345" y="1082179"/>
                </a:lnTo>
                <a:lnTo>
                  <a:pt x="2196473" y="1130867"/>
                </a:lnTo>
                <a:lnTo>
                  <a:pt x="2200891" y="1180116"/>
                </a:lnTo>
                <a:lnTo>
                  <a:pt x="2203566" y="1229892"/>
                </a:lnTo>
                <a:lnTo>
                  <a:pt x="2204465" y="1280159"/>
                </a:lnTo>
                <a:lnTo>
                  <a:pt x="2179633" y="1237475"/>
                </a:lnTo>
                <a:lnTo>
                  <a:pt x="2153692" y="1195998"/>
                </a:lnTo>
                <a:lnTo>
                  <a:pt x="2126676" y="1155739"/>
                </a:lnTo>
                <a:lnTo>
                  <a:pt x="2098619" y="1116706"/>
                </a:lnTo>
                <a:lnTo>
                  <a:pt x="2069554" y="1078909"/>
                </a:lnTo>
                <a:lnTo>
                  <a:pt x="2039514" y="1042355"/>
                </a:lnTo>
                <a:lnTo>
                  <a:pt x="2008533" y="1007054"/>
                </a:lnTo>
                <a:lnTo>
                  <a:pt x="1976644" y="973015"/>
                </a:lnTo>
                <a:lnTo>
                  <a:pt x="1943879" y="940247"/>
                </a:lnTo>
                <a:lnTo>
                  <a:pt x="1910274" y="908758"/>
                </a:lnTo>
                <a:lnTo>
                  <a:pt x="1875860" y="878558"/>
                </a:lnTo>
                <a:lnTo>
                  <a:pt x="1840672" y="849655"/>
                </a:lnTo>
                <a:lnTo>
                  <a:pt x="1804742" y="822058"/>
                </a:lnTo>
                <a:lnTo>
                  <a:pt x="1768105" y="795776"/>
                </a:lnTo>
                <a:lnTo>
                  <a:pt x="1730792" y="770817"/>
                </a:lnTo>
                <a:lnTo>
                  <a:pt x="1692839" y="747192"/>
                </a:lnTo>
                <a:lnTo>
                  <a:pt x="1654277" y="724908"/>
                </a:lnTo>
                <a:lnTo>
                  <a:pt x="1615141" y="703975"/>
                </a:lnTo>
                <a:lnTo>
                  <a:pt x="1575463" y="684401"/>
                </a:lnTo>
                <a:lnTo>
                  <a:pt x="1535278" y="666195"/>
                </a:lnTo>
                <a:lnTo>
                  <a:pt x="1494618" y="649367"/>
                </a:lnTo>
                <a:lnTo>
                  <a:pt x="1453517" y="633924"/>
                </a:lnTo>
                <a:lnTo>
                  <a:pt x="1412008" y="619877"/>
                </a:lnTo>
                <a:lnTo>
                  <a:pt x="1370124" y="607233"/>
                </a:lnTo>
                <a:lnTo>
                  <a:pt x="1327899" y="596001"/>
                </a:lnTo>
                <a:lnTo>
                  <a:pt x="1285366" y="586191"/>
                </a:lnTo>
                <a:lnTo>
                  <a:pt x="1242559" y="577812"/>
                </a:lnTo>
                <a:lnTo>
                  <a:pt x="1199511" y="570872"/>
                </a:lnTo>
                <a:lnTo>
                  <a:pt x="1156254" y="565379"/>
                </a:lnTo>
                <a:lnTo>
                  <a:pt x="1112824" y="561344"/>
                </a:lnTo>
                <a:lnTo>
                  <a:pt x="1069252" y="558775"/>
                </a:lnTo>
                <a:lnTo>
                  <a:pt x="1025572" y="557680"/>
                </a:lnTo>
                <a:lnTo>
                  <a:pt x="981818" y="558069"/>
                </a:lnTo>
                <a:lnTo>
                  <a:pt x="938023" y="559951"/>
                </a:lnTo>
                <a:lnTo>
                  <a:pt x="894221" y="563333"/>
                </a:lnTo>
                <a:lnTo>
                  <a:pt x="850443" y="568226"/>
                </a:lnTo>
                <a:lnTo>
                  <a:pt x="806725" y="574638"/>
                </a:lnTo>
                <a:lnTo>
                  <a:pt x="763099" y="582579"/>
                </a:lnTo>
                <a:lnTo>
                  <a:pt x="719599" y="592055"/>
                </a:lnTo>
                <a:lnTo>
                  <a:pt x="676258" y="603078"/>
                </a:lnTo>
                <a:lnTo>
                  <a:pt x="633109" y="615655"/>
                </a:lnTo>
                <a:lnTo>
                  <a:pt x="590185" y="629796"/>
                </a:lnTo>
                <a:lnTo>
                  <a:pt x="547521" y="645509"/>
                </a:lnTo>
                <a:lnTo>
                  <a:pt x="505149" y="662803"/>
                </a:lnTo>
                <a:lnTo>
                  <a:pt x="463103" y="681687"/>
                </a:lnTo>
                <a:lnTo>
                  <a:pt x="421416" y="702170"/>
                </a:lnTo>
                <a:lnTo>
                  <a:pt x="380122" y="724261"/>
                </a:lnTo>
                <a:lnTo>
                  <a:pt x="339253" y="747969"/>
                </a:lnTo>
                <a:lnTo>
                  <a:pt x="298843" y="773302"/>
                </a:lnTo>
                <a:lnTo>
                  <a:pt x="258062" y="800925"/>
                </a:lnTo>
                <a:lnTo>
                  <a:pt x="218265" y="829997"/>
                </a:lnTo>
                <a:lnTo>
                  <a:pt x="179482" y="860486"/>
                </a:lnTo>
                <a:lnTo>
                  <a:pt x="141745" y="892360"/>
                </a:lnTo>
                <a:lnTo>
                  <a:pt x="105084" y="925585"/>
                </a:lnTo>
                <a:lnTo>
                  <a:pt x="69528" y="960131"/>
                </a:lnTo>
                <a:lnTo>
                  <a:pt x="35109" y="995965"/>
                </a:lnTo>
                <a:lnTo>
                  <a:pt x="1857" y="1033055"/>
                </a:lnTo>
                <a:lnTo>
                  <a:pt x="0" y="1035275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2">
            <a:extLst>
              <a:ext uri="{FF2B5EF4-FFF2-40B4-BE49-F238E27FC236}">
                <a16:creationId xmlns:a16="http://schemas.microsoft.com/office/drawing/2014/main" id="{A714F9A4-B023-A39F-3F64-5423068FD3AF}"/>
              </a:ext>
            </a:extLst>
          </p:cNvPr>
          <p:cNvSpPr/>
          <p:nvPr userDrawn="1"/>
        </p:nvSpPr>
        <p:spPr>
          <a:xfrm>
            <a:off x="-639" y="6302005"/>
            <a:ext cx="725170" cy="578485"/>
          </a:xfrm>
          <a:custGeom>
            <a:avLst/>
            <a:gdLst/>
            <a:ahLst/>
            <a:cxnLst/>
            <a:rect l="l" t="t" r="r" b="b"/>
            <a:pathLst>
              <a:path w="725170" h="578484">
                <a:moveTo>
                  <a:pt x="0" y="0"/>
                </a:moveTo>
                <a:lnTo>
                  <a:pt x="0" y="578047"/>
                </a:lnTo>
                <a:lnTo>
                  <a:pt x="724877" y="5780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23">
            <a:extLst>
              <a:ext uri="{FF2B5EF4-FFF2-40B4-BE49-F238E27FC236}">
                <a16:creationId xmlns:a16="http://schemas.microsoft.com/office/drawing/2014/main" id="{7CE56AB9-3D05-C120-4F73-ABCA041D4A73}"/>
              </a:ext>
            </a:extLst>
          </p:cNvPr>
          <p:cNvSpPr/>
          <p:nvPr userDrawn="1"/>
        </p:nvSpPr>
        <p:spPr>
          <a:xfrm>
            <a:off x="0" y="6279419"/>
            <a:ext cx="725170" cy="578485"/>
          </a:xfrm>
          <a:custGeom>
            <a:avLst/>
            <a:gdLst/>
            <a:ahLst/>
            <a:cxnLst/>
            <a:rect l="l" t="t" r="r" b="b"/>
            <a:pathLst>
              <a:path w="725170" h="578484">
                <a:moveTo>
                  <a:pt x="724877" y="578047"/>
                </a:moveTo>
                <a:lnTo>
                  <a:pt x="0" y="0"/>
                </a:lnTo>
              </a:path>
              <a:path w="725170" h="578484">
                <a:moveTo>
                  <a:pt x="0" y="578047"/>
                </a:moveTo>
                <a:lnTo>
                  <a:pt x="101728" y="578047"/>
                </a:lnTo>
                <a:lnTo>
                  <a:pt x="233679" y="578047"/>
                </a:lnTo>
                <a:lnTo>
                  <a:pt x="724877" y="578047"/>
                </a:lnTo>
              </a:path>
            </a:pathLst>
          </a:custGeom>
          <a:ln w="9525"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24">
            <a:extLst>
              <a:ext uri="{FF2B5EF4-FFF2-40B4-BE49-F238E27FC236}">
                <a16:creationId xmlns:a16="http://schemas.microsoft.com/office/drawing/2014/main" id="{523CFD4F-B066-DF3D-7792-E7E7E0301B19}"/>
              </a:ext>
            </a:extLst>
          </p:cNvPr>
          <p:cNvSpPr/>
          <p:nvPr userDrawn="1"/>
        </p:nvSpPr>
        <p:spPr>
          <a:xfrm>
            <a:off x="0" y="6416640"/>
            <a:ext cx="1400175" cy="441325"/>
          </a:xfrm>
          <a:custGeom>
            <a:avLst/>
            <a:gdLst/>
            <a:ahLst/>
            <a:cxnLst/>
            <a:rect l="l" t="t" r="r" b="b"/>
            <a:pathLst>
              <a:path w="1400175" h="441325">
                <a:moveTo>
                  <a:pt x="1400175" y="440851"/>
                </a:moveTo>
                <a:lnTo>
                  <a:pt x="0" y="413947"/>
                </a:lnTo>
              </a:path>
              <a:path w="1400175" h="441325">
                <a:moveTo>
                  <a:pt x="1368171" y="440851"/>
                </a:moveTo>
                <a:lnTo>
                  <a:pt x="0" y="388062"/>
                </a:lnTo>
              </a:path>
              <a:path w="1400175" h="441325">
                <a:moveTo>
                  <a:pt x="1336421" y="440851"/>
                </a:moveTo>
                <a:lnTo>
                  <a:pt x="0" y="361703"/>
                </a:lnTo>
              </a:path>
              <a:path w="1400175" h="441325">
                <a:moveTo>
                  <a:pt x="1304163" y="440851"/>
                </a:moveTo>
                <a:lnTo>
                  <a:pt x="0" y="336366"/>
                </a:lnTo>
              </a:path>
              <a:path w="1400175" h="441325">
                <a:moveTo>
                  <a:pt x="1272159" y="440851"/>
                </a:moveTo>
                <a:lnTo>
                  <a:pt x="0" y="309565"/>
                </a:lnTo>
              </a:path>
              <a:path w="1400175" h="441325">
                <a:moveTo>
                  <a:pt x="956805" y="440851"/>
                </a:moveTo>
                <a:lnTo>
                  <a:pt x="0" y="51780"/>
                </a:lnTo>
              </a:path>
              <a:path w="1400175" h="441325">
                <a:moveTo>
                  <a:pt x="925131" y="440851"/>
                </a:moveTo>
                <a:lnTo>
                  <a:pt x="0" y="26074"/>
                </a:lnTo>
              </a:path>
              <a:path w="1400175" h="441325">
                <a:moveTo>
                  <a:pt x="892822" y="440851"/>
                </a:moveTo>
                <a:lnTo>
                  <a:pt x="0" y="0"/>
                </a:lnTo>
              </a:path>
            </a:pathLst>
          </a:custGeom>
          <a:ln w="6096"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25">
            <a:extLst>
              <a:ext uri="{FF2B5EF4-FFF2-40B4-BE49-F238E27FC236}">
                <a16:creationId xmlns:a16="http://schemas.microsoft.com/office/drawing/2014/main" id="{1B6E0980-D0E4-4728-E445-98E9C8D9806C}"/>
              </a:ext>
            </a:extLst>
          </p:cNvPr>
          <p:cNvSpPr/>
          <p:nvPr userDrawn="1"/>
        </p:nvSpPr>
        <p:spPr>
          <a:xfrm>
            <a:off x="0" y="6391964"/>
            <a:ext cx="861060" cy="466090"/>
          </a:xfrm>
          <a:custGeom>
            <a:avLst/>
            <a:gdLst/>
            <a:ahLst/>
            <a:cxnLst/>
            <a:rect l="l" t="t" r="r" b="b"/>
            <a:pathLst>
              <a:path w="861060" h="466090">
                <a:moveTo>
                  <a:pt x="860903" y="466033"/>
                </a:moveTo>
                <a:lnTo>
                  <a:pt x="0" y="0"/>
                </a:lnTo>
              </a:path>
            </a:pathLst>
          </a:custGeom>
          <a:ln w="6093"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26">
            <a:extLst>
              <a:ext uri="{FF2B5EF4-FFF2-40B4-BE49-F238E27FC236}">
                <a16:creationId xmlns:a16="http://schemas.microsoft.com/office/drawing/2014/main" id="{B01CC285-6A3B-F6F6-E5FE-AB2FDCC4C83A}"/>
              </a:ext>
            </a:extLst>
          </p:cNvPr>
          <p:cNvSpPr/>
          <p:nvPr userDrawn="1"/>
        </p:nvSpPr>
        <p:spPr>
          <a:xfrm>
            <a:off x="0" y="6291251"/>
            <a:ext cx="1242060" cy="567055"/>
          </a:xfrm>
          <a:custGeom>
            <a:avLst/>
            <a:gdLst/>
            <a:ahLst/>
            <a:cxnLst/>
            <a:rect l="l" t="t" r="r" b="b"/>
            <a:pathLst>
              <a:path w="1242060" h="567054">
                <a:moveTo>
                  <a:pt x="828967" y="566747"/>
                </a:moveTo>
                <a:lnTo>
                  <a:pt x="0" y="74637"/>
                </a:lnTo>
              </a:path>
              <a:path w="1242060" h="567054">
                <a:moveTo>
                  <a:pt x="798487" y="566747"/>
                </a:moveTo>
                <a:lnTo>
                  <a:pt x="0" y="50111"/>
                </a:lnTo>
              </a:path>
              <a:path w="1242060" h="567054">
                <a:moveTo>
                  <a:pt x="766470" y="566747"/>
                </a:moveTo>
                <a:lnTo>
                  <a:pt x="0" y="24254"/>
                </a:lnTo>
              </a:path>
              <a:path w="1242060" h="567054">
                <a:moveTo>
                  <a:pt x="734491" y="566747"/>
                </a:moveTo>
                <a:lnTo>
                  <a:pt x="0" y="0"/>
                </a:lnTo>
              </a:path>
              <a:path w="1242060" h="567054">
                <a:moveTo>
                  <a:pt x="1241818" y="566747"/>
                </a:moveTo>
                <a:lnTo>
                  <a:pt x="0" y="409960"/>
                </a:lnTo>
              </a:path>
              <a:path w="1242060" h="567054">
                <a:moveTo>
                  <a:pt x="1210132" y="566747"/>
                </a:moveTo>
                <a:lnTo>
                  <a:pt x="0" y="383925"/>
                </a:lnTo>
              </a:path>
              <a:path w="1242060" h="567054">
                <a:moveTo>
                  <a:pt x="1178407" y="566747"/>
                </a:moveTo>
                <a:lnTo>
                  <a:pt x="0" y="357978"/>
                </a:lnTo>
              </a:path>
              <a:path w="1242060" h="567054">
                <a:moveTo>
                  <a:pt x="1146746" y="566747"/>
                </a:moveTo>
                <a:lnTo>
                  <a:pt x="0" y="331958"/>
                </a:lnTo>
              </a:path>
              <a:path w="1242060" h="567054">
                <a:moveTo>
                  <a:pt x="1115060" y="566747"/>
                </a:moveTo>
                <a:lnTo>
                  <a:pt x="0" y="306032"/>
                </a:lnTo>
              </a:path>
              <a:path w="1242060" h="567054">
                <a:moveTo>
                  <a:pt x="1083335" y="566747"/>
                </a:moveTo>
                <a:lnTo>
                  <a:pt x="0" y="280230"/>
                </a:lnTo>
              </a:path>
              <a:path w="1242060" h="567054">
                <a:moveTo>
                  <a:pt x="1051636" y="566747"/>
                </a:moveTo>
                <a:lnTo>
                  <a:pt x="0" y="254403"/>
                </a:lnTo>
              </a:path>
              <a:path w="1242060" h="567054">
                <a:moveTo>
                  <a:pt x="1019949" y="566747"/>
                </a:moveTo>
                <a:lnTo>
                  <a:pt x="0" y="228627"/>
                </a:lnTo>
              </a:path>
              <a:path w="1242060" h="567054">
                <a:moveTo>
                  <a:pt x="988263" y="566747"/>
                </a:moveTo>
                <a:lnTo>
                  <a:pt x="0" y="202907"/>
                </a:lnTo>
              </a:path>
            </a:pathLst>
          </a:custGeom>
          <a:ln w="6096"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7">
            <a:extLst>
              <a:ext uri="{FF2B5EF4-FFF2-40B4-BE49-F238E27FC236}">
                <a16:creationId xmlns:a16="http://schemas.microsoft.com/office/drawing/2014/main" id="{804A6098-7644-66DC-EF85-23ACB7720B1E}"/>
              </a:ext>
            </a:extLst>
          </p:cNvPr>
          <p:cNvSpPr/>
          <p:nvPr userDrawn="1"/>
        </p:nvSpPr>
        <p:spPr>
          <a:xfrm>
            <a:off x="0" y="4204013"/>
            <a:ext cx="675640" cy="1792605"/>
          </a:xfrm>
          <a:custGeom>
            <a:avLst/>
            <a:gdLst/>
            <a:ahLst/>
            <a:cxnLst/>
            <a:rect l="l" t="t" r="r" b="b"/>
            <a:pathLst>
              <a:path w="675640" h="1792604">
                <a:moveTo>
                  <a:pt x="0" y="580795"/>
                </a:moveTo>
                <a:lnTo>
                  <a:pt x="37161" y="602062"/>
                </a:lnTo>
                <a:lnTo>
                  <a:pt x="73873" y="625535"/>
                </a:lnTo>
                <a:lnTo>
                  <a:pt x="109425" y="650770"/>
                </a:lnTo>
                <a:lnTo>
                  <a:pt x="143783" y="677710"/>
                </a:lnTo>
                <a:lnTo>
                  <a:pt x="176914" y="706298"/>
                </a:lnTo>
                <a:lnTo>
                  <a:pt x="208786" y="736480"/>
                </a:lnTo>
                <a:lnTo>
                  <a:pt x="239365" y="768197"/>
                </a:lnTo>
                <a:lnTo>
                  <a:pt x="268619" y="801395"/>
                </a:lnTo>
                <a:lnTo>
                  <a:pt x="296514" y="836015"/>
                </a:lnTo>
                <a:lnTo>
                  <a:pt x="323018" y="872003"/>
                </a:lnTo>
                <a:lnTo>
                  <a:pt x="348098" y="909302"/>
                </a:lnTo>
                <a:lnTo>
                  <a:pt x="371721" y="947855"/>
                </a:lnTo>
                <a:lnTo>
                  <a:pt x="393853" y="987606"/>
                </a:lnTo>
                <a:lnTo>
                  <a:pt x="414462" y="1028499"/>
                </a:lnTo>
                <a:lnTo>
                  <a:pt x="433516" y="1070477"/>
                </a:lnTo>
                <a:lnTo>
                  <a:pt x="450980" y="1113484"/>
                </a:lnTo>
                <a:lnTo>
                  <a:pt x="466822" y="1157464"/>
                </a:lnTo>
                <a:lnTo>
                  <a:pt x="481010" y="1202360"/>
                </a:lnTo>
                <a:lnTo>
                  <a:pt x="493509" y="1248116"/>
                </a:lnTo>
                <a:lnTo>
                  <a:pt x="504288" y="1294675"/>
                </a:lnTo>
                <a:lnTo>
                  <a:pt x="513313" y="1341981"/>
                </a:lnTo>
                <a:lnTo>
                  <a:pt x="520551" y="1389979"/>
                </a:lnTo>
                <a:lnTo>
                  <a:pt x="525970" y="1438610"/>
                </a:lnTo>
                <a:lnTo>
                  <a:pt x="529536" y="1487820"/>
                </a:lnTo>
                <a:lnTo>
                  <a:pt x="531217" y="1537552"/>
                </a:lnTo>
                <a:lnTo>
                  <a:pt x="530979" y="1587749"/>
                </a:lnTo>
                <a:lnTo>
                  <a:pt x="528790" y="1638354"/>
                </a:lnTo>
                <a:lnTo>
                  <a:pt x="524616" y="1689313"/>
                </a:lnTo>
                <a:lnTo>
                  <a:pt x="518425" y="1740568"/>
                </a:lnTo>
                <a:lnTo>
                  <a:pt x="510184" y="1792062"/>
                </a:lnTo>
              </a:path>
              <a:path w="675640" h="1792604">
                <a:moveTo>
                  <a:pt x="0" y="283297"/>
                </a:moveTo>
                <a:lnTo>
                  <a:pt x="39762" y="301045"/>
                </a:lnTo>
                <a:lnTo>
                  <a:pt x="78696" y="320828"/>
                </a:lnTo>
                <a:lnTo>
                  <a:pt x="116536" y="342486"/>
                </a:lnTo>
                <a:lnTo>
                  <a:pt x="153248" y="365962"/>
                </a:lnTo>
                <a:lnTo>
                  <a:pt x="188800" y="391200"/>
                </a:lnTo>
                <a:lnTo>
                  <a:pt x="223158" y="418143"/>
                </a:lnTo>
                <a:lnTo>
                  <a:pt x="256289" y="446735"/>
                </a:lnTo>
                <a:lnTo>
                  <a:pt x="288161" y="476920"/>
                </a:lnTo>
                <a:lnTo>
                  <a:pt x="318740" y="508642"/>
                </a:lnTo>
                <a:lnTo>
                  <a:pt x="347994" y="541843"/>
                </a:lnTo>
                <a:lnTo>
                  <a:pt x="375889" y="576467"/>
                </a:lnTo>
                <a:lnTo>
                  <a:pt x="402393" y="612458"/>
                </a:lnTo>
                <a:lnTo>
                  <a:pt x="427473" y="649760"/>
                </a:lnTo>
                <a:lnTo>
                  <a:pt x="451096" y="688316"/>
                </a:lnTo>
                <a:lnTo>
                  <a:pt x="473228" y="728070"/>
                </a:lnTo>
                <a:lnTo>
                  <a:pt x="493837" y="768966"/>
                </a:lnTo>
                <a:lnTo>
                  <a:pt x="512891" y="810946"/>
                </a:lnTo>
                <a:lnTo>
                  <a:pt x="530355" y="853955"/>
                </a:lnTo>
                <a:lnTo>
                  <a:pt x="546197" y="897936"/>
                </a:lnTo>
                <a:lnTo>
                  <a:pt x="560385" y="942832"/>
                </a:lnTo>
                <a:lnTo>
                  <a:pt x="572884" y="988588"/>
                </a:lnTo>
                <a:lnTo>
                  <a:pt x="583663" y="1035147"/>
                </a:lnTo>
                <a:lnTo>
                  <a:pt x="592688" y="1082452"/>
                </a:lnTo>
                <a:lnTo>
                  <a:pt x="599926" y="1130448"/>
                </a:lnTo>
                <a:lnTo>
                  <a:pt x="605345" y="1179077"/>
                </a:lnTo>
                <a:lnTo>
                  <a:pt x="608911" y="1228284"/>
                </a:lnTo>
                <a:lnTo>
                  <a:pt x="610592" y="1278011"/>
                </a:lnTo>
                <a:lnTo>
                  <a:pt x="610354" y="1328203"/>
                </a:lnTo>
                <a:lnTo>
                  <a:pt x="608165" y="1378803"/>
                </a:lnTo>
                <a:lnTo>
                  <a:pt x="603991" y="1429754"/>
                </a:lnTo>
                <a:lnTo>
                  <a:pt x="597800" y="1481001"/>
                </a:lnTo>
                <a:lnTo>
                  <a:pt x="589559" y="1532487"/>
                </a:lnTo>
              </a:path>
              <a:path w="675640" h="1792604">
                <a:moveTo>
                  <a:pt x="0" y="0"/>
                </a:moveTo>
                <a:lnTo>
                  <a:pt x="64560" y="23605"/>
                </a:lnTo>
                <a:lnTo>
                  <a:pt x="104556" y="41457"/>
                </a:lnTo>
                <a:lnTo>
                  <a:pt x="143491" y="61240"/>
                </a:lnTo>
                <a:lnTo>
                  <a:pt x="181331" y="82897"/>
                </a:lnTo>
                <a:lnTo>
                  <a:pt x="218043" y="106373"/>
                </a:lnTo>
                <a:lnTo>
                  <a:pt x="253595" y="131611"/>
                </a:lnTo>
                <a:lnTo>
                  <a:pt x="287953" y="158554"/>
                </a:lnTo>
                <a:lnTo>
                  <a:pt x="321084" y="187146"/>
                </a:lnTo>
                <a:lnTo>
                  <a:pt x="352956" y="217331"/>
                </a:lnTo>
                <a:lnTo>
                  <a:pt x="383535" y="249052"/>
                </a:lnTo>
                <a:lnTo>
                  <a:pt x="412789" y="282252"/>
                </a:lnTo>
                <a:lnTo>
                  <a:pt x="440684" y="316876"/>
                </a:lnTo>
                <a:lnTo>
                  <a:pt x="467188" y="352867"/>
                </a:lnTo>
                <a:lnTo>
                  <a:pt x="492268" y="390168"/>
                </a:lnTo>
                <a:lnTo>
                  <a:pt x="515891" y="428724"/>
                </a:lnTo>
                <a:lnTo>
                  <a:pt x="538023" y="468477"/>
                </a:lnTo>
                <a:lnTo>
                  <a:pt x="558633" y="509371"/>
                </a:lnTo>
                <a:lnTo>
                  <a:pt x="577686" y="551350"/>
                </a:lnTo>
                <a:lnTo>
                  <a:pt x="595150" y="594358"/>
                </a:lnTo>
                <a:lnTo>
                  <a:pt x="610993" y="638338"/>
                </a:lnTo>
                <a:lnTo>
                  <a:pt x="625180" y="683233"/>
                </a:lnTo>
                <a:lnTo>
                  <a:pt x="637680" y="728987"/>
                </a:lnTo>
                <a:lnTo>
                  <a:pt x="648458" y="775545"/>
                </a:lnTo>
                <a:lnTo>
                  <a:pt x="657483" y="822848"/>
                </a:lnTo>
                <a:lnTo>
                  <a:pt x="664722" y="870842"/>
                </a:lnTo>
                <a:lnTo>
                  <a:pt x="670141" y="919469"/>
                </a:lnTo>
                <a:lnTo>
                  <a:pt x="673707" y="968674"/>
                </a:lnTo>
                <a:lnTo>
                  <a:pt x="675387" y="1018399"/>
                </a:lnTo>
                <a:lnTo>
                  <a:pt x="675149" y="1068588"/>
                </a:lnTo>
                <a:lnTo>
                  <a:pt x="672960" y="1119185"/>
                </a:lnTo>
                <a:lnTo>
                  <a:pt x="668787" y="1170134"/>
                </a:lnTo>
                <a:lnTo>
                  <a:pt x="662596" y="1221378"/>
                </a:lnTo>
                <a:lnTo>
                  <a:pt x="654354" y="1272861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31F3B4-9676-F716-1BF6-CB69C56BCE78}"/>
              </a:ext>
            </a:extLst>
          </p:cNvPr>
          <p:cNvSpPr/>
          <p:nvPr userDrawn="1"/>
        </p:nvSpPr>
        <p:spPr>
          <a:xfrm>
            <a:off x="-1386314" y="1369177"/>
            <a:ext cx="1246094" cy="751356"/>
          </a:xfrm>
          <a:prstGeom prst="rect">
            <a:avLst/>
          </a:prstGeom>
          <a:solidFill>
            <a:srgbClr val="65D3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#00BAE0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E592EC-776C-9DD3-5A30-B7440126B334}"/>
              </a:ext>
            </a:extLst>
          </p:cNvPr>
          <p:cNvSpPr/>
          <p:nvPr userDrawn="1"/>
        </p:nvSpPr>
        <p:spPr>
          <a:xfrm>
            <a:off x="-1386314" y="2306949"/>
            <a:ext cx="1246094" cy="751356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#9D9D9D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A9E77E-3D15-199F-A929-A8284DDD51E8}"/>
              </a:ext>
            </a:extLst>
          </p:cNvPr>
          <p:cNvSpPr/>
          <p:nvPr userDrawn="1"/>
        </p:nvSpPr>
        <p:spPr>
          <a:xfrm>
            <a:off x="-1386314" y="3244721"/>
            <a:ext cx="1246094" cy="75135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#CFCFCF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366D26-FE01-88B5-A75D-E3C7A200A6CF}"/>
              </a:ext>
            </a:extLst>
          </p:cNvPr>
          <p:cNvSpPr/>
          <p:nvPr userDrawn="1"/>
        </p:nvSpPr>
        <p:spPr>
          <a:xfrm>
            <a:off x="-1392087" y="4153275"/>
            <a:ext cx="1255263" cy="75135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#D9D9D9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6EED81-B4A8-FABD-8BF3-E6C3609780C1}"/>
              </a:ext>
            </a:extLst>
          </p:cNvPr>
          <p:cNvSpPr txBox="1"/>
          <p:nvPr userDrawn="1"/>
        </p:nvSpPr>
        <p:spPr>
          <a:xfrm>
            <a:off x="985652" y="6483117"/>
            <a:ext cx="5223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F2AA84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Caracterização | </a:t>
            </a: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srgbClr val="E86F2C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Processos</a:t>
            </a: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F2AA84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| Vantagens | Novas tecnologias</a:t>
            </a:r>
            <a:endParaRPr kumimoji="0" lang="en-BR" sz="1600" b="0" i="0" u="none" strike="noStrike" kern="1200" cap="none" spc="0" normalizeH="0" baseline="0" noProof="0">
              <a:ln>
                <a:noFill/>
              </a:ln>
              <a:solidFill>
                <a:srgbClr val="F2AA84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E259533-3BEA-100D-3A20-B1B29D98BA60}"/>
              </a:ext>
            </a:extLst>
          </p:cNvPr>
          <p:cNvSpPr/>
          <p:nvPr userDrawn="1"/>
        </p:nvSpPr>
        <p:spPr>
          <a:xfrm>
            <a:off x="-1401047" y="363267"/>
            <a:ext cx="1246094" cy="847725"/>
          </a:xfrm>
          <a:prstGeom prst="rect">
            <a:avLst/>
          </a:prstGeom>
          <a:solidFill>
            <a:srgbClr val="2863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#0051A3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301C487-D78A-9659-B300-97BC56DC0C7E}"/>
              </a:ext>
            </a:extLst>
          </p:cNvPr>
          <p:cNvSpPr/>
          <p:nvPr userDrawn="1"/>
        </p:nvSpPr>
        <p:spPr>
          <a:xfrm>
            <a:off x="-1360405" y="4989477"/>
            <a:ext cx="1246094" cy="847725"/>
          </a:xfrm>
          <a:prstGeom prst="rect">
            <a:avLst/>
          </a:prstGeom>
          <a:solidFill>
            <a:srgbClr val="0A51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#0051A3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90F6028-FF85-9DDF-1852-11DE5E0E4C19}"/>
              </a:ext>
            </a:extLst>
          </p:cNvPr>
          <p:cNvCxnSpPr/>
          <p:nvPr userDrawn="1"/>
        </p:nvCxnSpPr>
        <p:spPr>
          <a:xfrm>
            <a:off x="1002843" y="6848472"/>
            <a:ext cx="7258836" cy="0"/>
          </a:xfrm>
          <a:prstGeom prst="line">
            <a:avLst/>
          </a:prstGeom>
          <a:ln>
            <a:solidFill>
              <a:srgbClr val="F2A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AE11BFB-9BBF-A28A-9646-C926F3738326}"/>
              </a:ext>
            </a:extLst>
          </p:cNvPr>
          <p:cNvSpPr/>
          <p:nvPr userDrawn="1"/>
        </p:nvSpPr>
        <p:spPr>
          <a:xfrm>
            <a:off x="999934" y="370936"/>
            <a:ext cx="137050" cy="7898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object 12">
            <a:extLst>
              <a:ext uri="{FF2B5EF4-FFF2-40B4-BE49-F238E27FC236}">
                <a16:creationId xmlns:a16="http://schemas.microsoft.com/office/drawing/2014/main" id="{FB103413-F306-1C8A-A05A-48CAB96DD75A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975372" y="370937"/>
            <a:ext cx="161612" cy="789866"/>
          </a:xfrm>
          <a:prstGeom prst="rect">
            <a:avLst/>
          </a:prstGeom>
          <a:solidFill>
            <a:srgbClr val="F2AA84"/>
          </a:solidFill>
        </p:spPr>
      </p:pic>
      <p:sp>
        <p:nvSpPr>
          <p:cNvPr id="2" name="object 26">
            <a:extLst>
              <a:ext uri="{FF2B5EF4-FFF2-40B4-BE49-F238E27FC236}">
                <a16:creationId xmlns:a16="http://schemas.microsoft.com/office/drawing/2014/main" id="{39488439-F4EB-D5F6-B3C0-12B66F94F81F}"/>
              </a:ext>
            </a:extLst>
          </p:cNvPr>
          <p:cNvSpPr/>
          <p:nvPr userDrawn="1"/>
        </p:nvSpPr>
        <p:spPr>
          <a:xfrm>
            <a:off x="11084814" y="6457950"/>
            <a:ext cx="0" cy="329565"/>
          </a:xfrm>
          <a:custGeom>
            <a:avLst/>
            <a:gdLst/>
            <a:ahLst/>
            <a:cxnLst/>
            <a:rect l="l" t="t" r="r" b="b"/>
            <a:pathLst>
              <a:path h="329565">
                <a:moveTo>
                  <a:pt x="0" y="0"/>
                </a:moveTo>
                <a:lnTo>
                  <a:pt x="0" y="329109"/>
                </a:lnTo>
              </a:path>
            </a:pathLst>
          </a:custGeom>
          <a:ln w="28575">
            <a:solidFill>
              <a:srgbClr val="F0A9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52">
            <a:extLst>
              <a:ext uri="{FF2B5EF4-FFF2-40B4-BE49-F238E27FC236}">
                <a16:creationId xmlns:a16="http://schemas.microsoft.com/office/drawing/2014/main" id="{EB66F184-87D8-4D1A-39D2-B4091A170621}"/>
              </a:ext>
            </a:extLst>
          </p:cNvPr>
          <p:cNvSpPr txBox="1"/>
          <p:nvPr userDrawn="1"/>
        </p:nvSpPr>
        <p:spPr>
          <a:xfrm>
            <a:off x="11479656" y="6505255"/>
            <a:ext cx="235585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dirty="0">
                <a:latin typeface="Segoe UI Light"/>
                <a:cs typeface="Segoe UI Light"/>
              </a:rPr>
              <a:t>‹#›</a:t>
            </a:fld>
            <a:endParaRPr sz="1200">
              <a:latin typeface="Segoe UI Light"/>
              <a:cs typeface="Segoe UI Ligh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442019F-4E31-76BD-A45E-399A6CDC56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8554" y="6416640"/>
            <a:ext cx="440965" cy="39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02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object 12">
            <a:extLst>
              <a:ext uri="{FF2B5EF4-FFF2-40B4-BE49-F238E27FC236}">
                <a16:creationId xmlns:a16="http://schemas.microsoft.com/office/drawing/2014/main" id="{F8F3A988-7A02-E1F5-95C6-59D510086A74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0" y="0"/>
            <a:ext cx="341375" cy="683894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33000">
                <a:schemeClr val="accent2">
                  <a:lumMod val="50000"/>
                </a:schemeClr>
              </a:gs>
              <a:gs pos="7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</p:pic>
      <p:sp>
        <p:nvSpPr>
          <p:cNvPr id="13" name="bg object 20">
            <a:extLst>
              <a:ext uri="{FF2B5EF4-FFF2-40B4-BE49-F238E27FC236}">
                <a16:creationId xmlns:a16="http://schemas.microsoft.com/office/drawing/2014/main" id="{0C9CD692-8FE7-2F76-70E9-FDC54C5ECAF3}"/>
              </a:ext>
            </a:extLst>
          </p:cNvPr>
          <p:cNvSpPr/>
          <p:nvPr userDrawn="1"/>
        </p:nvSpPr>
        <p:spPr>
          <a:xfrm>
            <a:off x="0" y="482345"/>
            <a:ext cx="2204720" cy="1280160"/>
          </a:xfrm>
          <a:custGeom>
            <a:avLst/>
            <a:gdLst/>
            <a:ahLst/>
            <a:cxnLst/>
            <a:rect l="l" t="t" r="r" b="b"/>
            <a:pathLst>
              <a:path w="2204720" h="1280160">
                <a:moveTo>
                  <a:pt x="0" y="617702"/>
                </a:moveTo>
                <a:lnTo>
                  <a:pt x="37573" y="554714"/>
                </a:lnTo>
                <a:lnTo>
                  <a:pt x="62927" y="516570"/>
                </a:lnTo>
                <a:lnTo>
                  <a:pt x="89529" y="479486"/>
                </a:lnTo>
                <a:lnTo>
                  <a:pt x="117346" y="443498"/>
                </a:lnTo>
                <a:lnTo>
                  <a:pt x="146345" y="408641"/>
                </a:lnTo>
                <a:lnTo>
                  <a:pt x="176493" y="374951"/>
                </a:lnTo>
                <a:lnTo>
                  <a:pt x="207756" y="342463"/>
                </a:lnTo>
                <a:lnTo>
                  <a:pt x="240103" y="311214"/>
                </a:lnTo>
                <a:lnTo>
                  <a:pt x="273499" y="281237"/>
                </a:lnTo>
                <a:lnTo>
                  <a:pt x="307911" y="252570"/>
                </a:lnTo>
                <a:lnTo>
                  <a:pt x="343308" y="225248"/>
                </a:lnTo>
                <a:lnTo>
                  <a:pt x="379655" y="199306"/>
                </a:lnTo>
                <a:lnTo>
                  <a:pt x="416921" y="174780"/>
                </a:lnTo>
                <a:lnTo>
                  <a:pt x="455070" y="151705"/>
                </a:lnTo>
                <a:lnTo>
                  <a:pt x="494072" y="130117"/>
                </a:lnTo>
                <a:lnTo>
                  <a:pt x="533892" y="110052"/>
                </a:lnTo>
                <a:lnTo>
                  <a:pt x="574498" y="91545"/>
                </a:lnTo>
                <a:lnTo>
                  <a:pt x="615857" y="74631"/>
                </a:lnTo>
                <a:lnTo>
                  <a:pt x="657935" y="59347"/>
                </a:lnTo>
                <a:lnTo>
                  <a:pt x="700700" y="45728"/>
                </a:lnTo>
                <a:lnTo>
                  <a:pt x="744118" y="33810"/>
                </a:lnTo>
                <a:lnTo>
                  <a:pt x="788157" y="23627"/>
                </a:lnTo>
                <a:lnTo>
                  <a:pt x="832784" y="15216"/>
                </a:lnTo>
                <a:lnTo>
                  <a:pt x="877966" y="8612"/>
                </a:lnTo>
                <a:lnTo>
                  <a:pt x="923669" y="3851"/>
                </a:lnTo>
                <a:lnTo>
                  <a:pt x="969860" y="968"/>
                </a:lnTo>
                <a:lnTo>
                  <a:pt x="1016507" y="0"/>
                </a:lnTo>
                <a:lnTo>
                  <a:pt x="1063154" y="968"/>
                </a:lnTo>
                <a:lnTo>
                  <a:pt x="1109344" y="3851"/>
                </a:lnTo>
                <a:lnTo>
                  <a:pt x="1155047" y="8612"/>
                </a:lnTo>
                <a:lnTo>
                  <a:pt x="1200227" y="15216"/>
                </a:lnTo>
                <a:lnTo>
                  <a:pt x="1244854" y="23627"/>
                </a:lnTo>
                <a:lnTo>
                  <a:pt x="1288892" y="33810"/>
                </a:lnTo>
                <a:lnTo>
                  <a:pt x="1332310" y="45728"/>
                </a:lnTo>
                <a:lnTo>
                  <a:pt x="1375075" y="59347"/>
                </a:lnTo>
                <a:lnTo>
                  <a:pt x="1417153" y="74631"/>
                </a:lnTo>
                <a:lnTo>
                  <a:pt x="1458511" y="91545"/>
                </a:lnTo>
                <a:lnTo>
                  <a:pt x="1499117" y="110052"/>
                </a:lnTo>
                <a:lnTo>
                  <a:pt x="1538937" y="130117"/>
                </a:lnTo>
                <a:lnTo>
                  <a:pt x="1577939" y="151705"/>
                </a:lnTo>
                <a:lnTo>
                  <a:pt x="1616088" y="174780"/>
                </a:lnTo>
                <a:lnTo>
                  <a:pt x="1653353" y="199306"/>
                </a:lnTo>
                <a:lnTo>
                  <a:pt x="1689701" y="225248"/>
                </a:lnTo>
                <a:lnTo>
                  <a:pt x="1725098" y="252570"/>
                </a:lnTo>
                <a:lnTo>
                  <a:pt x="1759511" y="281237"/>
                </a:lnTo>
                <a:lnTo>
                  <a:pt x="1792907" y="311214"/>
                </a:lnTo>
                <a:lnTo>
                  <a:pt x="1825253" y="342463"/>
                </a:lnTo>
                <a:lnTo>
                  <a:pt x="1856517" y="374951"/>
                </a:lnTo>
                <a:lnTo>
                  <a:pt x="1886665" y="408641"/>
                </a:lnTo>
                <a:lnTo>
                  <a:pt x="1915664" y="443498"/>
                </a:lnTo>
                <a:lnTo>
                  <a:pt x="1943481" y="479486"/>
                </a:lnTo>
                <a:lnTo>
                  <a:pt x="1970084" y="516570"/>
                </a:lnTo>
                <a:lnTo>
                  <a:pt x="1995438" y="554714"/>
                </a:lnTo>
                <a:lnTo>
                  <a:pt x="2019512" y="593883"/>
                </a:lnTo>
                <a:lnTo>
                  <a:pt x="2042272" y="634040"/>
                </a:lnTo>
                <a:lnTo>
                  <a:pt x="2063685" y="675151"/>
                </a:lnTo>
                <a:lnTo>
                  <a:pt x="2083718" y="717179"/>
                </a:lnTo>
                <a:lnTo>
                  <a:pt x="2102338" y="760090"/>
                </a:lnTo>
                <a:lnTo>
                  <a:pt x="2119513" y="803847"/>
                </a:lnTo>
                <a:lnTo>
                  <a:pt x="2135208" y="848416"/>
                </a:lnTo>
                <a:lnTo>
                  <a:pt x="2149391" y="893760"/>
                </a:lnTo>
                <a:lnTo>
                  <a:pt x="2162030" y="939844"/>
                </a:lnTo>
                <a:lnTo>
                  <a:pt x="2173090" y="986632"/>
                </a:lnTo>
                <a:lnTo>
                  <a:pt x="2182539" y="1034089"/>
                </a:lnTo>
                <a:lnTo>
                  <a:pt x="2190345" y="1082179"/>
                </a:lnTo>
                <a:lnTo>
                  <a:pt x="2196473" y="1130867"/>
                </a:lnTo>
                <a:lnTo>
                  <a:pt x="2200891" y="1180116"/>
                </a:lnTo>
                <a:lnTo>
                  <a:pt x="2203566" y="1229892"/>
                </a:lnTo>
                <a:lnTo>
                  <a:pt x="2204465" y="1280159"/>
                </a:lnTo>
                <a:lnTo>
                  <a:pt x="2179633" y="1237475"/>
                </a:lnTo>
                <a:lnTo>
                  <a:pt x="2153692" y="1195998"/>
                </a:lnTo>
                <a:lnTo>
                  <a:pt x="2126676" y="1155739"/>
                </a:lnTo>
                <a:lnTo>
                  <a:pt x="2098619" y="1116706"/>
                </a:lnTo>
                <a:lnTo>
                  <a:pt x="2069554" y="1078909"/>
                </a:lnTo>
                <a:lnTo>
                  <a:pt x="2039514" y="1042355"/>
                </a:lnTo>
                <a:lnTo>
                  <a:pt x="2008533" y="1007054"/>
                </a:lnTo>
                <a:lnTo>
                  <a:pt x="1976644" y="973015"/>
                </a:lnTo>
                <a:lnTo>
                  <a:pt x="1943879" y="940247"/>
                </a:lnTo>
                <a:lnTo>
                  <a:pt x="1910274" y="908758"/>
                </a:lnTo>
                <a:lnTo>
                  <a:pt x="1875860" y="878558"/>
                </a:lnTo>
                <a:lnTo>
                  <a:pt x="1840672" y="849655"/>
                </a:lnTo>
                <a:lnTo>
                  <a:pt x="1804742" y="822058"/>
                </a:lnTo>
                <a:lnTo>
                  <a:pt x="1768105" y="795776"/>
                </a:lnTo>
                <a:lnTo>
                  <a:pt x="1730792" y="770817"/>
                </a:lnTo>
                <a:lnTo>
                  <a:pt x="1692839" y="747192"/>
                </a:lnTo>
                <a:lnTo>
                  <a:pt x="1654277" y="724908"/>
                </a:lnTo>
                <a:lnTo>
                  <a:pt x="1615141" y="703975"/>
                </a:lnTo>
                <a:lnTo>
                  <a:pt x="1575463" y="684401"/>
                </a:lnTo>
                <a:lnTo>
                  <a:pt x="1535278" y="666195"/>
                </a:lnTo>
                <a:lnTo>
                  <a:pt x="1494618" y="649367"/>
                </a:lnTo>
                <a:lnTo>
                  <a:pt x="1453517" y="633924"/>
                </a:lnTo>
                <a:lnTo>
                  <a:pt x="1412008" y="619877"/>
                </a:lnTo>
                <a:lnTo>
                  <a:pt x="1370124" y="607233"/>
                </a:lnTo>
                <a:lnTo>
                  <a:pt x="1327899" y="596001"/>
                </a:lnTo>
                <a:lnTo>
                  <a:pt x="1285366" y="586191"/>
                </a:lnTo>
                <a:lnTo>
                  <a:pt x="1242559" y="577812"/>
                </a:lnTo>
                <a:lnTo>
                  <a:pt x="1199511" y="570872"/>
                </a:lnTo>
                <a:lnTo>
                  <a:pt x="1156254" y="565379"/>
                </a:lnTo>
                <a:lnTo>
                  <a:pt x="1112824" y="561344"/>
                </a:lnTo>
                <a:lnTo>
                  <a:pt x="1069252" y="558775"/>
                </a:lnTo>
                <a:lnTo>
                  <a:pt x="1025572" y="557680"/>
                </a:lnTo>
                <a:lnTo>
                  <a:pt x="981818" y="558069"/>
                </a:lnTo>
                <a:lnTo>
                  <a:pt x="938023" y="559951"/>
                </a:lnTo>
                <a:lnTo>
                  <a:pt x="894221" y="563333"/>
                </a:lnTo>
                <a:lnTo>
                  <a:pt x="850443" y="568226"/>
                </a:lnTo>
                <a:lnTo>
                  <a:pt x="806725" y="574638"/>
                </a:lnTo>
                <a:lnTo>
                  <a:pt x="763099" y="582579"/>
                </a:lnTo>
                <a:lnTo>
                  <a:pt x="719599" y="592055"/>
                </a:lnTo>
                <a:lnTo>
                  <a:pt x="676258" y="603078"/>
                </a:lnTo>
                <a:lnTo>
                  <a:pt x="633109" y="615655"/>
                </a:lnTo>
                <a:lnTo>
                  <a:pt x="590185" y="629796"/>
                </a:lnTo>
                <a:lnTo>
                  <a:pt x="547521" y="645509"/>
                </a:lnTo>
                <a:lnTo>
                  <a:pt x="505149" y="662803"/>
                </a:lnTo>
                <a:lnTo>
                  <a:pt x="463103" y="681687"/>
                </a:lnTo>
                <a:lnTo>
                  <a:pt x="421416" y="702170"/>
                </a:lnTo>
                <a:lnTo>
                  <a:pt x="380122" y="724261"/>
                </a:lnTo>
                <a:lnTo>
                  <a:pt x="339253" y="747969"/>
                </a:lnTo>
                <a:lnTo>
                  <a:pt x="298843" y="773302"/>
                </a:lnTo>
                <a:lnTo>
                  <a:pt x="258062" y="800925"/>
                </a:lnTo>
                <a:lnTo>
                  <a:pt x="218265" y="829997"/>
                </a:lnTo>
                <a:lnTo>
                  <a:pt x="179482" y="860486"/>
                </a:lnTo>
                <a:lnTo>
                  <a:pt x="141745" y="892360"/>
                </a:lnTo>
                <a:lnTo>
                  <a:pt x="105084" y="925585"/>
                </a:lnTo>
                <a:lnTo>
                  <a:pt x="69528" y="960131"/>
                </a:lnTo>
                <a:lnTo>
                  <a:pt x="35109" y="995965"/>
                </a:lnTo>
                <a:lnTo>
                  <a:pt x="1857" y="1033055"/>
                </a:lnTo>
                <a:lnTo>
                  <a:pt x="0" y="1035275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2">
            <a:extLst>
              <a:ext uri="{FF2B5EF4-FFF2-40B4-BE49-F238E27FC236}">
                <a16:creationId xmlns:a16="http://schemas.microsoft.com/office/drawing/2014/main" id="{A714F9A4-B023-A39F-3F64-5423068FD3AF}"/>
              </a:ext>
            </a:extLst>
          </p:cNvPr>
          <p:cNvSpPr/>
          <p:nvPr userDrawn="1"/>
        </p:nvSpPr>
        <p:spPr>
          <a:xfrm>
            <a:off x="-639" y="6302005"/>
            <a:ext cx="725170" cy="578485"/>
          </a:xfrm>
          <a:custGeom>
            <a:avLst/>
            <a:gdLst/>
            <a:ahLst/>
            <a:cxnLst/>
            <a:rect l="l" t="t" r="r" b="b"/>
            <a:pathLst>
              <a:path w="725170" h="578484">
                <a:moveTo>
                  <a:pt x="0" y="0"/>
                </a:moveTo>
                <a:lnTo>
                  <a:pt x="0" y="578047"/>
                </a:lnTo>
                <a:lnTo>
                  <a:pt x="724877" y="5780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23">
            <a:extLst>
              <a:ext uri="{FF2B5EF4-FFF2-40B4-BE49-F238E27FC236}">
                <a16:creationId xmlns:a16="http://schemas.microsoft.com/office/drawing/2014/main" id="{7CE56AB9-3D05-C120-4F73-ABCA041D4A73}"/>
              </a:ext>
            </a:extLst>
          </p:cNvPr>
          <p:cNvSpPr/>
          <p:nvPr userDrawn="1"/>
        </p:nvSpPr>
        <p:spPr>
          <a:xfrm>
            <a:off x="0" y="6279419"/>
            <a:ext cx="725170" cy="578485"/>
          </a:xfrm>
          <a:custGeom>
            <a:avLst/>
            <a:gdLst/>
            <a:ahLst/>
            <a:cxnLst/>
            <a:rect l="l" t="t" r="r" b="b"/>
            <a:pathLst>
              <a:path w="725170" h="578484">
                <a:moveTo>
                  <a:pt x="724877" y="578047"/>
                </a:moveTo>
                <a:lnTo>
                  <a:pt x="0" y="0"/>
                </a:lnTo>
              </a:path>
              <a:path w="725170" h="578484">
                <a:moveTo>
                  <a:pt x="0" y="578047"/>
                </a:moveTo>
                <a:lnTo>
                  <a:pt x="101728" y="578047"/>
                </a:lnTo>
                <a:lnTo>
                  <a:pt x="233679" y="578047"/>
                </a:lnTo>
                <a:lnTo>
                  <a:pt x="724877" y="578047"/>
                </a:lnTo>
              </a:path>
            </a:pathLst>
          </a:custGeom>
          <a:ln w="9525"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24">
            <a:extLst>
              <a:ext uri="{FF2B5EF4-FFF2-40B4-BE49-F238E27FC236}">
                <a16:creationId xmlns:a16="http://schemas.microsoft.com/office/drawing/2014/main" id="{523CFD4F-B066-DF3D-7792-E7E7E0301B19}"/>
              </a:ext>
            </a:extLst>
          </p:cNvPr>
          <p:cNvSpPr/>
          <p:nvPr userDrawn="1"/>
        </p:nvSpPr>
        <p:spPr>
          <a:xfrm>
            <a:off x="0" y="6416640"/>
            <a:ext cx="1400175" cy="441325"/>
          </a:xfrm>
          <a:custGeom>
            <a:avLst/>
            <a:gdLst/>
            <a:ahLst/>
            <a:cxnLst/>
            <a:rect l="l" t="t" r="r" b="b"/>
            <a:pathLst>
              <a:path w="1400175" h="441325">
                <a:moveTo>
                  <a:pt x="1400175" y="440851"/>
                </a:moveTo>
                <a:lnTo>
                  <a:pt x="0" y="413947"/>
                </a:lnTo>
              </a:path>
              <a:path w="1400175" h="441325">
                <a:moveTo>
                  <a:pt x="1368171" y="440851"/>
                </a:moveTo>
                <a:lnTo>
                  <a:pt x="0" y="388062"/>
                </a:lnTo>
              </a:path>
              <a:path w="1400175" h="441325">
                <a:moveTo>
                  <a:pt x="1336421" y="440851"/>
                </a:moveTo>
                <a:lnTo>
                  <a:pt x="0" y="361703"/>
                </a:lnTo>
              </a:path>
              <a:path w="1400175" h="441325">
                <a:moveTo>
                  <a:pt x="1304163" y="440851"/>
                </a:moveTo>
                <a:lnTo>
                  <a:pt x="0" y="336366"/>
                </a:lnTo>
              </a:path>
              <a:path w="1400175" h="441325">
                <a:moveTo>
                  <a:pt x="1272159" y="440851"/>
                </a:moveTo>
                <a:lnTo>
                  <a:pt x="0" y="309565"/>
                </a:lnTo>
              </a:path>
              <a:path w="1400175" h="441325">
                <a:moveTo>
                  <a:pt x="956805" y="440851"/>
                </a:moveTo>
                <a:lnTo>
                  <a:pt x="0" y="51780"/>
                </a:lnTo>
              </a:path>
              <a:path w="1400175" h="441325">
                <a:moveTo>
                  <a:pt x="925131" y="440851"/>
                </a:moveTo>
                <a:lnTo>
                  <a:pt x="0" y="26074"/>
                </a:lnTo>
              </a:path>
              <a:path w="1400175" h="441325">
                <a:moveTo>
                  <a:pt x="892822" y="440851"/>
                </a:moveTo>
                <a:lnTo>
                  <a:pt x="0" y="0"/>
                </a:lnTo>
              </a:path>
            </a:pathLst>
          </a:custGeom>
          <a:ln w="6096"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25">
            <a:extLst>
              <a:ext uri="{FF2B5EF4-FFF2-40B4-BE49-F238E27FC236}">
                <a16:creationId xmlns:a16="http://schemas.microsoft.com/office/drawing/2014/main" id="{1B6E0980-D0E4-4728-E445-98E9C8D9806C}"/>
              </a:ext>
            </a:extLst>
          </p:cNvPr>
          <p:cNvSpPr/>
          <p:nvPr userDrawn="1"/>
        </p:nvSpPr>
        <p:spPr>
          <a:xfrm>
            <a:off x="0" y="6391964"/>
            <a:ext cx="861060" cy="466090"/>
          </a:xfrm>
          <a:custGeom>
            <a:avLst/>
            <a:gdLst/>
            <a:ahLst/>
            <a:cxnLst/>
            <a:rect l="l" t="t" r="r" b="b"/>
            <a:pathLst>
              <a:path w="861060" h="466090">
                <a:moveTo>
                  <a:pt x="860903" y="466033"/>
                </a:moveTo>
                <a:lnTo>
                  <a:pt x="0" y="0"/>
                </a:lnTo>
              </a:path>
            </a:pathLst>
          </a:custGeom>
          <a:ln w="6093"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26">
            <a:extLst>
              <a:ext uri="{FF2B5EF4-FFF2-40B4-BE49-F238E27FC236}">
                <a16:creationId xmlns:a16="http://schemas.microsoft.com/office/drawing/2014/main" id="{B01CC285-6A3B-F6F6-E5FE-AB2FDCC4C83A}"/>
              </a:ext>
            </a:extLst>
          </p:cNvPr>
          <p:cNvSpPr/>
          <p:nvPr userDrawn="1"/>
        </p:nvSpPr>
        <p:spPr>
          <a:xfrm>
            <a:off x="0" y="6291251"/>
            <a:ext cx="1242060" cy="567055"/>
          </a:xfrm>
          <a:custGeom>
            <a:avLst/>
            <a:gdLst/>
            <a:ahLst/>
            <a:cxnLst/>
            <a:rect l="l" t="t" r="r" b="b"/>
            <a:pathLst>
              <a:path w="1242060" h="567054">
                <a:moveTo>
                  <a:pt x="828967" y="566747"/>
                </a:moveTo>
                <a:lnTo>
                  <a:pt x="0" y="74637"/>
                </a:lnTo>
              </a:path>
              <a:path w="1242060" h="567054">
                <a:moveTo>
                  <a:pt x="798487" y="566747"/>
                </a:moveTo>
                <a:lnTo>
                  <a:pt x="0" y="50111"/>
                </a:lnTo>
              </a:path>
              <a:path w="1242060" h="567054">
                <a:moveTo>
                  <a:pt x="766470" y="566747"/>
                </a:moveTo>
                <a:lnTo>
                  <a:pt x="0" y="24254"/>
                </a:lnTo>
              </a:path>
              <a:path w="1242060" h="567054">
                <a:moveTo>
                  <a:pt x="734491" y="566747"/>
                </a:moveTo>
                <a:lnTo>
                  <a:pt x="0" y="0"/>
                </a:lnTo>
              </a:path>
              <a:path w="1242060" h="567054">
                <a:moveTo>
                  <a:pt x="1241818" y="566747"/>
                </a:moveTo>
                <a:lnTo>
                  <a:pt x="0" y="409960"/>
                </a:lnTo>
              </a:path>
              <a:path w="1242060" h="567054">
                <a:moveTo>
                  <a:pt x="1210132" y="566747"/>
                </a:moveTo>
                <a:lnTo>
                  <a:pt x="0" y="383925"/>
                </a:lnTo>
              </a:path>
              <a:path w="1242060" h="567054">
                <a:moveTo>
                  <a:pt x="1178407" y="566747"/>
                </a:moveTo>
                <a:lnTo>
                  <a:pt x="0" y="357978"/>
                </a:lnTo>
              </a:path>
              <a:path w="1242060" h="567054">
                <a:moveTo>
                  <a:pt x="1146746" y="566747"/>
                </a:moveTo>
                <a:lnTo>
                  <a:pt x="0" y="331958"/>
                </a:lnTo>
              </a:path>
              <a:path w="1242060" h="567054">
                <a:moveTo>
                  <a:pt x="1115060" y="566747"/>
                </a:moveTo>
                <a:lnTo>
                  <a:pt x="0" y="306032"/>
                </a:lnTo>
              </a:path>
              <a:path w="1242060" h="567054">
                <a:moveTo>
                  <a:pt x="1083335" y="566747"/>
                </a:moveTo>
                <a:lnTo>
                  <a:pt x="0" y="280230"/>
                </a:lnTo>
              </a:path>
              <a:path w="1242060" h="567054">
                <a:moveTo>
                  <a:pt x="1051636" y="566747"/>
                </a:moveTo>
                <a:lnTo>
                  <a:pt x="0" y="254403"/>
                </a:lnTo>
              </a:path>
              <a:path w="1242060" h="567054">
                <a:moveTo>
                  <a:pt x="1019949" y="566747"/>
                </a:moveTo>
                <a:lnTo>
                  <a:pt x="0" y="228627"/>
                </a:lnTo>
              </a:path>
              <a:path w="1242060" h="567054">
                <a:moveTo>
                  <a:pt x="988263" y="566747"/>
                </a:moveTo>
                <a:lnTo>
                  <a:pt x="0" y="202907"/>
                </a:lnTo>
              </a:path>
            </a:pathLst>
          </a:custGeom>
          <a:ln w="6096"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7">
            <a:extLst>
              <a:ext uri="{FF2B5EF4-FFF2-40B4-BE49-F238E27FC236}">
                <a16:creationId xmlns:a16="http://schemas.microsoft.com/office/drawing/2014/main" id="{804A6098-7644-66DC-EF85-23ACB7720B1E}"/>
              </a:ext>
            </a:extLst>
          </p:cNvPr>
          <p:cNvSpPr/>
          <p:nvPr userDrawn="1"/>
        </p:nvSpPr>
        <p:spPr>
          <a:xfrm>
            <a:off x="0" y="4204013"/>
            <a:ext cx="675640" cy="1792605"/>
          </a:xfrm>
          <a:custGeom>
            <a:avLst/>
            <a:gdLst/>
            <a:ahLst/>
            <a:cxnLst/>
            <a:rect l="l" t="t" r="r" b="b"/>
            <a:pathLst>
              <a:path w="675640" h="1792604">
                <a:moveTo>
                  <a:pt x="0" y="580795"/>
                </a:moveTo>
                <a:lnTo>
                  <a:pt x="37161" y="602062"/>
                </a:lnTo>
                <a:lnTo>
                  <a:pt x="73873" y="625535"/>
                </a:lnTo>
                <a:lnTo>
                  <a:pt x="109425" y="650770"/>
                </a:lnTo>
                <a:lnTo>
                  <a:pt x="143783" y="677710"/>
                </a:lnTo>
                <a:lnTo>
                  <a:pt x="176914" y="706298"/>
                </a:lnTo>
                <a:lnTo>
                  <a:pt x="208786" y="736480"/>
                </a:lnTo>
                <a:lnTo>
                  <a:pt x="239365" y="768197"/>
                </a:lnTo>
                <a:lnTo>
                  <a:pt x="268619" y="801395"/>
                </a:lnTo>
                <a:lnTo>
                  <a:pt x="296514" y="836015"/>
                </a:lnTo>
                <a:lnTo>
                  <a:pt x="323018" y="872003"/>
                </a:lnTo>
                <a:lnTo>
                  <a:pt x="348098" y="909302"/>
                </a:lnTo>
                <a:lnTo>
                  <a:pt x="371721" y="947855"/>
                </a:lnTo>
                <a:lnTo>
                  <a:pt x="393853" y="987606"/>
                </a:lnTo>
                <a:lnTo>
                  <a:pt x="414462" y="1028499"/>
                </a:lnTo>
                <a:lnTo>
                  <a:pt x="433516" y="1070477"/>
                </a:lnTo>
                <a:lnTo>
                  <a:pt x="450980" y="1113484"/>
                </a:lnTo>
                <a:lnTo>
                  <a:pt x="466822" y="1157464"/>
                </a:lnTo>
                <a:lnTo>
                  <a:pt x="481010" y="1202360"/>
                </a:lnTo>
                <a:lnTo>
                  <a:pt x="493509" y="1248116"/>
                </a:lnTo>
                <a:lnTo>
                  <a:pt x="504288" y="1294675"/>
                </a:lnTo>
                <a:lnTo>
                  <a:pt x="513313" y="1341981"/>
                </a:lnTo>
                <a:lnTo>
                  <a:pt x="520551" y="1389979"/>
                </a:lnTo>
                <a:lnTo>
                  <a:pt x="525970" y="1438610"/>
                </a:lnTo>
                <a:lnTo>
                  <a:pt x="529536" y="1487820"/>
                </a:lnTo>
                <a:lnTo>
                  <a:pt x="531217" y="1537552"/>
                </a:lnTo>
                <a:lnTo>
                  <a:pt x="530979" y="1587749"/>
                </a:lnTo>
                <a:lnTo>
                  <a:pt x="528790" y="1638354"/>
                </a:lnTo>
                <a:lnTo>
                  <a:pt x="524616" y="1689313"/>
                </a:lnTo>
                <a:lnTo>
                  <a:pt x="518425" y="1740568"/>
                </a:lnTo>
                <a:lnTo>
                  <a:pt x="510184" y="1792062"/>
                </a:lnTo>
              </a:path>
              <a:path w="675640" h="1792604">
                <a:moveTo>
                  <a:pt x="0" y="283297"/>
                </a:moveTo>
                <a:lnTo>
                  <a:pt x="39762" y="301045"/>
                </a:lnTo>
                <a:lnTo>
                  <a:pt x="78696" y="320828"/>
                </a:lnTo>
                <a:lnTo>
                  <a:pt x="116536" y="342486"/>
                </a:lnTo>
                <a:lnTo>
                  <a:pt x="153248" y="365962"/>
                </a:lnTo>
                <a:lnTo>
                  <a:pt x="188800" y="391200"/>
                </a:lnTo>
                <a:lnTo>
                  <a:pt x="223158" y="418143"/>
                </a:lnTo>
                <a:lnTo>
                  <a:pt x="256289" y="446735"/>
                </a:lnTo>
                <a:lnTo>
                  <a:pt x="288161" y="476920"/>
                </a:lnTo>
                <a:lnTo>
                  <a:pt x="318740" y="508642"/>
                </a:lnTo>
                <a:lnTo>
                  <a:pt x="347994" y="541843"/>
                </a:lnTo>
                <a:lnTo>
                  <a:pt x="375889" y="576467"/>
                </a:lnTo>
                <a:lnTo>
                  <a:pt x="402393" y="612458"/>
                </a:lnTo>
                <a:lnTo>
                  <a:pt x="427473" y="649760"/>
                </a:lnTo>
                <a:lnTo>
                  <a:pt x="451096" y="688316"/>
                </a:lnTo>
                <a:lnTo>
                  <a:pt x="473228" y="728070"/>
                </a:lnTo>
                <a:lnTo>
                  <a:pt x="493837" y="768966"/>
                </a:lnTo>
                <a:lnTo>
                  <a:pt x="512891" y="810946"/>
                </a:lnTo>
                <a:lnTo>
                  <a:pt x="530355" y="853955"/>
                </a:lnTo>
                <a:lnTo>
                  <a:pt x="546197" y="897936"/>
                </a:lnTo>
                <a:lnTo>
                  <a:pt x="560385" y="942832"/>
                </a:lnTo>
                <a:lnTo>
                  <a:pt x="572884" y="988588"/>
                </a:lnTo>
                <a:lnTo>
                  <a:pt x="583663" y="1035147"/>
                </a:lnTo>
                <a:lnTo>
                  <a:pt x="592688" y="1082452"/>
                </a:lnTo>
                <a:lnTo>
                  <a:pt x="599926" y="1130448"/>
                </a:lnTo>
                <a:lnTo>
                  <a:pt x="605345" y="1179077"/>
                </a:lnTo>
                <a:lnTo>
                  <a:pt x="608911" y="1228284"/>
                </a:lnTo>
                <a:lnTo>
                  <a:pt x="610592" y="1278011"/>
                </a:lnTo>
                <a:lnTo>
                  <a:pt x="610354" y="1328203"/>
                </a:lnTo>
                <a:lnTo>
                  <a:pt x="608165" y="1378803"/>
                </a:lnTo>
                <a:lnTo>
                  <a:pt x="603991" y="1429754"/>
                </a:lnTo>
                <a:lnTo>
                  <a:pt x="597800" y="1481001"/>
                </a:lnTo>
                <a:lnTo>
                  <a:pt x="589559" y="1532487"/>
                </a:lnTo>
              </a:path>
              <a:path w="675640" h="1792604">
                <a:moveTo>
                  <a:pt x="0" y="0"/>
                </a:moveTo>
                <a:lnTo>
                  <a:pt x="64560" y="23605"/>
                </a:lnTo>
                <a:lnTo>
                  <a:pt x="104556" y="41457"/>
                </a:lnTo>
                <a:lnTo>
                  <a:pt x="143491" y="61240"/>
                </a:lnTo>
                <a:lnTo>
                  <a:pt x="181331" y="82897"/>
                </a:lnTo>
                <a:lnTo>
                  <a:pt x="218043" y="106373"/>
                </a:lnTo>
                <a:lnTo>
                  <a:pt x="253595" y="131611"/>
                </a:lnTo>
                <a:lnTo>
                  <a:pt x="287953" y="158554"/>
                </a:lnTo>
                <a:lnTo>
                  <a:pt x="321084" y="187146"/>
                </a:lnTo>
                <a:lnTo>
                  <a:pt x="352956" y="217331"/>
                </a:lnTo>
                <a:lnTo>
                  <a:pt x="383535" y="249052"/>
                </a:lnTo>
                <a:lnTo>
                  <a:pt x="412789" y="282252"/>
                </a:lnTo>
                <a:lnTo>
                  <a:pt x="440684" y="316876"/>
                </a:lnTo>
                <a:lnTo>
                  <a:pt x="467188" y="352867"/>
                </a:lnTo>
                <a:lnTo>
                  <a:pt x="492268" y="390168"/>
                </a:lnTo>
                <a:lnTo>
                  <a:pt x="515891" y="428724"/>
                </a:lnTo>
                <a:lnTo>
                  <a:pt x="538023" y="468477"/>
                </a:lnTo>
                <a:lnTo>
                  <a:pt x="558633" y="509371"/>
                </a:lnTo>
                <a:lnTo>
                  <a:pt x="577686" y="551350"/>
                </a:lnTo>
                <a:lnTo>
                  <a:pt x="595150" y="594358"/>
                </a:lnTo>
                <a:lnTo>
                  <a:pt x="610993" y="638338"/>
                </a:lnTo>
                <a:lnTo>
                  <a:pt x="625180" y="683233"/>
                </a:lnTo>
                <a:lnTo>
                  <a:pt x="637680" y="728987"/>
                </a:lnTo>
                <a:lnTo>
                  <a:pt x="648458" y="775545"/>
                </a:lnTo>
                <a:lnTo>
                  <a:pt x="657483" y="822848"/>
                </a:lnTo>
                <a:lnTo>
                  <a:pt x="664722" y="870842"/>
                </a:lnTo>
                <a:lnTo>
                  <a:pt x="670141" y="919469"/>
                </a:lnTo>
                <a:lnTo>
                  <a:pt x="673707" y="968674"/>
                </a:lnTo>
                <a:lnTo>
                  <a:pt x="675387" y="1018399"/>
                </a:lnTo>
                <a:lnTo>
                  <a:pt x="675149" y="1068588"/>
                </a:lnTo>
                <a:lnTo>
                  <a:pt x="672960" y="1119185"/>
                </a:lnTo>
                <a:lnTo>
                  <a:pt x="668787" y="1170134"/>
                </a:lnTo>
                <a:lnTo>
                  <a:pt x="662596" y="1221378"/>
                </a:lnTo>
                <a:lnTo>
                  <a:pt x="654354" y="1272861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31F3B4-9676-F716-1BF6-CB69C56BCE78}"/>
              </a:ext>
            </a:extLst>
          </p:cNvPr>
          <p:cNvSpPr/>
          <p:nvPr userDrawn="1"/>
        </p:nvSpPr>
        <p:spPr>
          <a:xfrm>
            <a:off x="-1386314" y="1369177"/>
            <a:ext cx="1246094" cy="751356"/>
          </a:xfrm>
          <a:prstGeom prst="rect">
            <a:avLst/>
          </a:prstGeom>
          <a:solidFill>
            <a:srgbClr val="65D3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#00BAE0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E592EC-776C-9DD3-5A30-B7440126B334}"/>
              </a:ext>
            </a:extLst>
          </p:cNvPr>
          <p:cNvSpPr/>
          <p:nvPr userDrawn="1"/>
        </p:nvSpPr>
        <p:spPr>
          <a:xfrm>
            <a:off x="-1386314" y="2306949"/>
            <a:ext cx="1246094" cy="751356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#9D9D9D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A9E77E-3D15-199F-A929-A8284DDD51E8}"/>
              </a:ext>
            </a:extLst>
          </p:cNvPr>
          <p:cNvSpPr/>
          <p:nvPr userDrawn="1"/>
        </p:nvSpPr>
        <p:spPr>
          <a:xfrm>
            <a:off x="-1386314" y="3244721"/>
            <a:ext cx="1246094" cy="75135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#CFCFCF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366D26-FE01-88B5-A75D-E3C7A200A6CF}"/>
              </a:ext>
            </a:extLst>
          </p:cNvPr>
          <p:cNvSpPr/>
          <p:nvPr userDrawn="1"/>
        </p:nvSpPr>
        <p:spPr>
          <a:xfrm>
            <a:off x="-1392087" y="4153275"/>
            <a:ext cx="1255263" cy="75135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#D9D9D9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6EED81-B4A8-FABD-8BF3-E6C3609780C1}"/>
              </a:ext>
            </a:extLst>
          </p:cNvPr>
          <p:cNvSpPr txBox="1"/>
          <p:nvPr userDrawn="1"/>
        </p:nvSpPr>
        <p:spPr>
          <a:xfrm>
            <a:off x="985652" y="6483117"/>
            <a:ext cx="5223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F2AA84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Caracterização | Processos | </a:t>
            </a: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srgbClr val="E86F2C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Vantagens</a:t>
            </a: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F2AA84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| Novas tecnologias</a:t>
            </a:r>
            <a:endParaRPr kumimoji="0" lang="en-BR" sz="1600" b="0" i="0" u="none" strike="noStrike" kern="1200" cap="none" spc="0" normalizeH="0" baseline="0" noProof="0">
              <a:ln>
                <a:noFill/>
              </a:ln>
              <a:solidFill>
                <a:srgbClr val="F2AA84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E259533-3BEA-100D-3A20-B1B29D98BA60}"/>
              </a:ext>
            </a:extLst>
          </p:cNvPr>
          <p:cNvSpPr/>
          <p:nvPr userDrawn="1"/>
        </p:nvSpPr>
        <p:spPr>
          <a:xfrm>
            <a:off x="-1401047" y="363267"/>
            <a:ext cx="1246094" cy="847725"/>
          </a:xfrm>
          <a:prstGeom prst="rect">
            <a:avLst/>
          </a:prstGeom>
          <a:solidFill>
            <a:srgbClr val="2863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#0051A3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301C487-D78A-9659-B300-97BC56DC0C7E}"/>
              </a:ext>
            </a:extLst>
          </p:cNvPr>
          <p:cNvSpPr/>
          <p:nvPr userDrawn="1"/>
        </p:nvSpPr>
        <p:spPr>
          <a:xfrm>
            <a:off x="-1360405" y="4989477"/>
            <a:ext cx="1246094" cy="847725"/>
          </a:xfrm>
          <a:prstGeom prst="rect">
            <a:avLst/>
          </a:prstGeom>
          <a:solidFill>
            <a:srgbClr val="0A51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#0051A3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90F6028-FF85-9DDF-1852-11DE5E0E4C19}"/>
              </a:ext>
            </a:extLst>
          </p:cNvPr>
          <p:cNvCxnSpPr/>
          <p:nvPr userDrawn="1"/>
        </p:nvCxnSpPr>
        <p:spPr>
          <a:xfrm>
            <a:off x="1002843" y="6848472"/>
            <a:ext cx="7258836" cy="0"/>
          </a:xfrm>
          <a:prstGeom prst="line">
            <a:avLst/>
          </a:prstGeom>
          <a:ln>
            <a:solidFill>
              <a:srgbClr val="F2A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AE11BFB-9BBF-A28A-9646-C926F3738326}"/>
              </a:ext>
            </a:extLst>
          </p:cNvPr>
          <p:cNvSpPr/>
          <p:nvPr userDrawn="1"/>
        </p:nvSpPr>
        <p:spPr>
          <a:xfrm>
            <a:off x="999934" y="370936"/>
            <a:ext cx="137050" cy="7898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object 12">
            <a:extLst>
              <a:ext uri="{FF2B5EF4-FFF2-40B4-BE49-F238E27FC236}">
                <a16:creationId xmlns:a16="http://schemas.microsoft.com/office/drawing/2014/main" id="{FB103413-F306-1C8A-A05A-48CAB96DD75A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975372" y="370937"/>
            <a:ext cx="161612" cy="789866"/>
          </a:xfrm>
          <a:prstGeom prst="rect">
            <a:avLst/>
          </a:prstGeom>
          <a:solidFill>
            <a:srgbClr val="F2AA84"/>
          </a:solidFill>
        </p:spPr>
      </p:pic>
      <p:sp>
        <p:nvSpPr>
          <p:cNvPr id="2" name="object 26">
            <a:extLst>
              <a:ext uri="{FF2B5EF4-FFF2-40B4-BE49-F238E27FC236}">
                <a16:creationId xmlns:a16="http://schemas.microsoft.com/office/drawing/2014/main" id="{94D7BEA6-B9C9-AB43-64B3-FE56F77D18EA}"/>
              </a:ext>
            </a:extLst>
          </p:cNvPr>
          <p:cNvSpPr/>
          <p:nvPr userDrawn="1"/>
        </p:nvSpPr>
        <p:spPr>
          <a:xfrm>
            <a:off x="11084814" y="6457950"/>
            <a:ext cx="0" cy="329565"/>
          </a:xfrm>
          <a:custGeom>
            <a:avLst/>
            <a:gdLst/>
            <a:ahLst/>
            <a:cxnLst/>
            <a:rect l="l" t="t" r="r" b="b"/>
            <a:pathLst>
              <a:path h="329565">
                <a:moveTo>
                  <a:pt x="0" y="0"/>
                </a:moveTo>
                <a:lnTo>
                  <a:pt x="0" y="329109"/>
                </a:lnTo>
              </a:path>
            </a:pathLst>
          </a:custGeom>
          <a:ln w="28575">
            <a:solidFill>
              <a:srgbClr val="F0A9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52">
            <a:extLst>
              <a:ext uri="{FF2B5EF4-FFF2-40B4-BE49-F238E27FC236}">
                <a16:creationId xmlns:a16="http://schemas.microsoft.com/office/drawing/2014/main" id="{F226D9DE-D628-823E-328A-E494D0A18AE3}"/>
              </a:ext>
            </a:extLst>
          </p:cNvPr>
          <p:cNvSpPr txBox="1"/>
          <p:nvPr userDrawn="1"/>
        </p:nvSpPr>
        <p:spPr>
          <a:xfrm>
            <a:off x="11479656" y="6505255"/>
            <a:ext cx="235585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dirty="0">
                <a:latin typeface="Segoe UI Light"/>
                <a:cs typeface="Segoe UI Light"/>
              </a:rPr>
              <a:t>‹#›</a:t>
            </a:fld>
            <a:endParaRPr sz="1200">
              <a:latin typeface="Segoe UI Light"/>
              <a:cs typeface="Segoe UI Ligh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16871EE-57F8-E52C-FE04-F0920D551A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8554" y="6416640"/>
            <a:ext cx="440965" cy="39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6334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object 12">
            <a:extLst>
              <a:ext uri="{FF2B5EF4-FFF2-40B4-BE49-F238E27FC236}">
                <a16:creationId xmlns:a16="http://schemas.microsoft.com/office/drawing/2014/main" id="{F8F3A988-7A02-E1F5-95C6-59D510086A74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0" y="0"/>
            <a:ext cx="341375" cy="683894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33000">
                <a:schemeClr val="accent2">
                  <a:lumMod val="50000"/>
                </a:schemeClr>
              </a:gs>
              <a:gs pos="7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</p:pic>
      <p:sp>
        <p:nvSpPr>
          <p:cNvPr id="13" name="bg object 20">
            <a:extLst>
              <a:ext uri="{FF2B5EF4-FFF2-40B4-BE49-F238E27FC236}">
                <a16:creationId xmlns:a16="http://schemas.microsoft.com/office/drawing/2014/main" id="{0C9CD692-8FE7-2F76-70E9-FDC54C5ECAF3}"/>
              </a:ext>
            </a:extLst>
          </p:cNvPr>
          <p:cNvSpPr/>
          <p:nvPr userDrawn="1"/>
        </p:nvSpPr>
        <p:spPr>
          <a:xfrm>
            <a:off x="0" y="482345"/>
            <a:ext cx="2204720" cy="1280160"/>
          </a:xfrm>
          <a:custGeom>
            <a:avLst/>
            <a:gdLst/>
            <a:ahLst/>
            <a:cxnLst/>
            <a:rect l="l" t="t" r="r" b="b"/>
            <a:pathLst>
              <a:path w="2204720" h="1280160">
                <a:moveTo>
                  <a:pt x="0" y="617702"/>
                </a:moveTo>
                <a:lnTo>
                  <a:pt x="37573" y="554714"/>
                </a:lnTo>
                <a:lnTo>
                  <a:pt x="62927" y="516570"/>
                </a:lnTo>
                <a:lnTo>
                  <a:pt x="89529" y="479486"/>
                </a:lnTo>
                <a:lnTo>
                  <a:pt x="117346" y="443498"/>
                </a:lnTo>
                <a:lnTo>
                  <a:pt x="146345" y="408641"/>
                </a:lnTo>
                <a:lnTo>
                  <a:pt x="176493" y="374951"/>
                </a:lnTo>
                <a:lnTo>
                  <a:pt x="207756" y="342463"/>
                </a:lnTo>
                <a:lnTo>
                  <a:pt x="240103" y="311214"/>
                </a:lnTo>
                <a:lnTo>
                  <a:pt x="273499" y="281237"/>
                </a:lnTo>
                <a:lnTo>
                  <a:pt x="307911" y="252570"/>
                </a:lnTo>
                <a:lnTo>
                  <a:pt x="343308" y="225248"/>
                </a:lnTo>
                <a:lnTo>
                  <a:pt x="379655" y="199306"/>
                </a:lnTo>
                <a:lnTo>
                  <a:pt x="416921" y="174780"/>
                </a:lnTo>
                <a:lnTo>
                  <a:pt x="455070" y="151705"/>
                </a:lnTo>
                <a:lnTo>
                  <a:pt x="494072" y="130117"/>
                </a:lnTo>
                <a:lnTo>
                  <a:pt x="533892" y="110052"/>
                </a:lnTo>
                <a:lnTo>
                  <a:pt x="574498" y="91545"/>
                </a:lnTo>
                <a:lnTo>
                  <a:pt x="615857" y="74631"/>
                </a:lnTo>
                <a:lnTo>
                  <a:pt x="657935" y="59347"/>
                </a:lnTo>
                <a:lnTo>
                  <a:pt x="700700" y="45728"/>
                </a:lnTo>
                <a:lnTo>
                  <a:pt x="744118" y="33810"/>
                </a:lnTo>
                <a:lnTo>
                  <a:pt x="788157" y="23627"/>
                </a:lnTo>
                <a:lnTo>
                  <a:pt x="832784" y="15216"/>
                </a:lnTo>
                <a:lnTo>
                  <a:pt x="877966" y="8612"/>
                </a:lnTo>
                <a:lnTo>
                  <a:pt x="923669" y="3851"/>
                </a:lnTo>
                <a:lnTo>
                  <a:pt x="969860" y="968"/>
                </a:lnTo>
                <a:lnTo>
                  <a:pt x="1016507" y="0"/>
                </a:lnTo>
                <a:lnTo>
                  <a:pt x="1063154" y="968"/>
                </a:lnTo>
                <a:lnTo>
                  <a:pt x="1109344" y="3851"/>
                </a:lnTo>
                <a:lnTo>
                  <a:pt x="1155047" y="8612"/>
                </a:lnTo>
                <a:lnTo>
                  <a:pt x="1200227" y="15216"/>
                </a:lnTo>
                <a:lnTo>
                  <a:pt x="1244854" y="23627"/>
                </a:lnTo>
                <a:lnTo>
                  <a:pt x="1288892" y="33810"/>
                </a:lnTo>
                <a:lnTo>
                  <a:pt x="1332310" y="45728"/>
                </a:lnTo>
                <a:lnTo>
                  <a:pt x="1375075" y="59347"/>
                </a:lnTo>
                <a:lnTo>
                  <a:pt x="1417153" y="74631"/>
                </a:lnTo>
                <a:lnTo>
                  <a:pt x="1458511" y="91545"/>
                </a:lnTo>
                <a:lnTo>
                  <a:pt x="1499117" y="110052"/>
                </a:lnTo>
                <a:lnTo>
                  <a:pt x="1538937" y="130117"/>
                </a:lnTo>
                <a:lnTo>
                  <a:pt x="1577939" y="151705"/>
                </a:lnTo>
                <a:lnTo>
                  <a:pt x="1616088" y="174780"/>
                </a:lnTo>
                <a:lnTo>
                  <a:pt x="1653353" y="199306"/>
                </a:lnTo>
                <a:lnTo>
                  <a:pt x="1689701" y="225248"/>
                </a:lnTo>
                <a:lnTo>
                  <a:pt x="1725098" y="252570"/>
                </a:lnTo>
                <a:lnTo>
                  <a:pt x="1759511" y="281237"/>
                </a:lnTo>
                <a:lnTo>
                  <a:pt x="1792907" y="311214"/>
                </a:lnTo>
                <a:lnTo>
                  <a:pt x="1825253" y="342463"/>
                </a:lnTo>
                <a:lnTo>
                  <a:pt x="1856517" y="374951"/>
                </a:lnTo>
                <a:lnTo>
                  <a:pt x="1886665" y="408641"/>
                </a:lnTo>
                <a:lnTo>
                  <a:pt x="1915664" y="443498"/>
                </a:lnTo>
                <a:lnTo>
                  <a:pt x="1943481" y="479486"/>
                </a:lnTo>
                <a:lnTo>
                  <a:pt x="1970084" y="516570"/>
                </a:lnTo>
                <a:lnTo>
                  <a:pt x="1995438" y="554714"/>
                </a:lnTo>
                <a:lnTo>
                  <a:pt x="2019512" y="593883"/>
                </a:lnTo>
                <a:lnTo>
                  <a:pt x="2042272" y="634040"/>
                </a:lnTo>
                <a:lnTo>
                  <a:pt x="2063685" y="675151"/>
                </a:lnTo>
                <a:lnTo>
                  <a:pt x="2083718" y="717179"/>
                </a:lnTo>
                <a:lnTo>
                  <a:pt x="2102338" y="760090"/>
                </a:lnTo>
                <a:lnTo>
                  <a:pt x="2119513" y="803847"/>
                </a:lnTo>
                <a:lnTo>
                  <a:pt x="2135208" y="848416"/>
                </a:lnTo>
                <a:lnTo>
                  <a:pt x="2149391" y="893760"/>
                </a:lnTo>
                <a:lnTo>
                  <a:pt x="2162030" y="939844"/>
                </a:lnTo>
                <a:lnTo>
                  <a:pt x="2173090" y="986632"/>
                </a:lnTo>
                <a:lnTo>
                  <a:pt x="2182539" y="1034089"/>
                </a:lnTo>
                <a:lnTo>
                  <a:pt x="2190345" y="1082179"/>
                </a:lnTo>
                <a:lnTo>
                  <a:pt x="2196473" y="1130867"/>
                </a:lnTo>
                <a:lnTo>
                  <a:pt x="2200891" y="1180116"/>
                </a:lnTo>
                <a:lnTo>
                  <a:pt x="2203566" y="1229892"/>
                </a:lnTo>
                <a:lnTo>
                  <a:pt x="2204465" y="1280159"/>
                </a:lnTo>
                <a:lnTo>
                  <a:pt x="2179633" y="1237475"/>
                </a:lnTo>
                <a:lnTo>
                  <a:pt x="2153692" y="1195998"/>
                </a:lnTo>
                <a:lnTo>
                  <a:pt x="2126676" y="1155739"/>
                </a:lnTo>
                <a:lnTo>
                  <a:pt x="2098619" y="1116706"/>
                </a:lnTo>
                <a:lnTo>
                  <a:pt x="2069554" y="1078909"/>
                </a:lnTo>
                <a:lnTo>
                  <a:pt x="2039514" y="1042355"/>
                </a:lnTo>
                <a:lnTo>
                  <a:pt x="2008533" y="1007054"/>
                </a:lnTo>
                <a:lnTo>
                  <a:pt x="1976644" y="973015"/>
                </a:lnTo>
                <a:lnTo>
                  <a:pt x="1943879" y="940247"/>
                </a:lnTo>
                <a:lnTo>
                  <a:pt x="1910274" y="908758"/>
                </a:lnTo>
                <a:lnTo>
                  <a:pt x="1875860" y="878558"/>
                </a:lnTo>
                <a:lnTo>
                  <a:pt x="1840672" y="849655"/>
                </a:lnTo>
                <a:lnTo>
                  <a:pt x="1804742" y="822058"/>
                </a:lnTo>
                <a:lnTo>
                  <a:pt x="1768105" y="795776"/>
                </a:lnTo>
                <a:lnTo>
                  <a:pt x="1730792" y="770817"/>
                </a:lnTo>
                <a:lnTo>
                  <a:pt x="1692839" y="747192"/>
                </a:lnTo>
                <a:lnTo>
                  <a:pt x="1654277" y="724908"/>
                </a:lnTo>
                <a:lnTo>
                  <a:pt x="1615141" y="703975"/>
                </a:lnTo>
                <a:lnTo>
                  <a:pt x="1575463" y="684401"/>
                </a:lnTo>
                <a:lnTo>
                  <a:pt x="1535278" y="666195"/>
                </a:lnTo>
                <a:lnTo>
                  <a:pt x="1494618" y="649367"/>
                </a:lnTo>
                <a:lnTo>
                  <a:pt x="1453517" y="633924"/>
                </a:lnTo>
                <a:lnTo>
                  <a:pt x="1412008" y="619877"/>
                </a:lnTo>
                <a:lnTo>
                  <a:pt x="1370124" y="607233"/>
                </a:lnTo>
                <a:lnTo>
                  <a:pt x="1327899" y="596001"/>
                </a:lnTo>
                <a:lnTo>
                  <a:pt x="1285366" y="586191"/>
                </a:lnTo>
                <a:lnTo>
                  <a:pt x="1242559" y="577812"/>
                </a:lnTo>
                <a:lnTo>
                  <a:pt x="1199511" y="570872"/>
                </a:lnTo>
                <a:lnTo>
                  <a:pt x="1156254" y="565379"/>
                </a:lnTo>
                <a:lnTo>
                  <a:pt x="1112824" y="561344"/>
                </a:lnTo>
                <a:lnTo>
                  <a:pt x="1069252" y="558775"/>
                </a:lnTo>
                <a:lnTo>
                  <a:pt x="1025572" y="557680"/>
                </a:lnTo>
                <a:lnTo>
                  <a:pt x="981818" y="558069"/>
                </a:lnTo>
                <a:lnTo>
                  <a:pt x="938023" y="559951"/>
                </a:lnTo>
                <a:lnTo>
                  <a:pt x="894221" y="563333"/>
                </a:lnTo>
                <a:lnTo>
                  <a:pt x="850443" y="568226"/>
                </a:lnTo>
                <a:lnTo>
                  <a:pt x="806725" y="574638"/>
                </a:lnTo>
                <a:lnTo>
                  <a:pt x="763099" y="582579"/>
                </a:lnTo>
                <a:lnTo>
                  <a:pt x="719599" y="592055"/>
                </a:lnTo>
                <a:lnTo>
                  <a:pt x="676258" y="603078"/>
                </a:lnTo>
                <a:lnTo>
                  <a:pt x="633109" y="615655"/>
                </a:lnTo>
                <a:lnTo>
                  <a:pt x="590185" y="629796"/>
                </a:lnTo>
                <a:lnTo>
                  <a:pt x="547521" y="645509"/>
                </a:lnTo>
                <a:lnTo>
                  <a:pt x="505149" y="662803"/>
                </a:lnTo>
                <a:lnTo>
                  <a:pt x="463103" y="681687"/>
                </a:lnTo>
                <a:lnTo>
                  <a:pt x="421416" y="702170"/>
                </a:lnTo>
                <a:lnTo>
                  <a:pt x="380122" y="724261"/>
                </a:lnTo>
                <a:lnTo>
                  <a:pt x="339253" y="747969"/>
                </a:lnTo>
                <a:lnTo>
                  <a:pt x="298843" y="773302"/>
                </a:lnTo>
                <a:lnTo>
                  <a:pt x="258062" y="800925"/>
                </a:lnTo>
                <a:lnTo>
                  <a:pt x="218265" y="829997"/>
                </a:lnTo>
                <a:lnTo>
                  <a:pt x="179482" y="860486"/>
                </a:lnTo>
                <a:lnTo>
                  <a:pt x="141745" y="892360"/>
                </a:lnTo>
                <a:lnTo>
                  <a:pt x="105084" y="925585"/>
                </a:lnTo>
                <a:lnTo>
                  <a:pt x="69528" y="960131"/>
                </a:lnTo>
                <a:lnTo>
                  <a:pt x="35109" y="995965"/>
                </a:lnTo>
                <a:lnTo>
                  <a:pt x="1857" y="1033055"/>
                </a:lnTo>
                <a:lnTo>
                  <a:pt x="0" y="1035275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bg object 22">
            <a:extLst>
              <a:ext uri="{FF2B5EF4-FFF2-40B4-BE49-F238E27FC236}">
                <a16:creationId xmlns:a16="http://schemas.microsoft.com/office/drawing/2014/main" id="{A714F9A4-B023-A39F-3F64-5423068FD3AF}"/>
              </a:ext>
            </a:extLst>
          </p:cNvPr>
          <p:cNvSpPr/>
          <p:nvPr userDrawn="1"/>
        </p:nvSpPr>
        <p:spPr>
          <a:xfrm>
            <a:off x="-639" y="6302005"/>
            <a:ext cx="725170" cy="578485"/>
          </a:xfrm>
          <a:custGeom>
            <a:avLst/>
            <a:gdLst/>
            <a:ahLst/>
            <a:cxnLst/>
            <a:rect l="l" t="t" r="r" b="b"/>
            <a:pathLst>
              <a:path w="725170" h="578484">
                <a:moveTo>
                  <a:pt x="0" y="0"/>
                </a:moveTo>
                <a:lnTo>
                  <a:pt x="0" y="578047"/>
                </a:lnTo>
                <a:lnTo>
                  <a:pt x="724877" y="5780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g object 23">
            <a:extLst>
              <a:ext uri="{FF2B5EF4-FFF2-40B4-BE49-F238E27FC236}">
                <a16:creationId xmlns:a16="http://schemas.microsoft.com/office/drawing/2014/main" id="{7CE56AB9-3D05-C120-4F73-ABCA041D4A73}"/>
              </a:ext>
            </a:extLst>
          </p:cNvPr>
          <p:cNvSpPr/>
          <p:nvPr userDrawn="1"/>
        </p:nvSpPr>
        <p:spPr>
          <a:xfrm>
            <a:off x="0" y="6279419"/>
            <a:ext cx="725170" cy="578485"/>
          </a:xfrm>
          <a:custGeom>
            <a:avLst/>
            <a:gdLst/>
            <a:ahLst/>
            <a:cxnLst/>
            <a:rect l="l" t="t" r="r" b="b"/>
            <a:pathLst>
              <a:path w="725170" h="578484">
                <a:moveTo>
                  <a:pt x="724877" y="578047"/>
                </a:moveTo>
                <a:lnTo>
                  <a:pt x="0" y="0"/>
                </a:lnTo>
              </a:path>
              <a:path w="725170" h="578484">
                <a:moveTo>
                  <a:pt x="0" y="578047"/>
                </a:moveTo>
                <a:lnTo>
                  <a:pt x="101728" y="578047"/>
                </a:lnTo>
                <a:lnTo>
                  <a:pt x="233679" y="578047"/>
                </a:lnTo>
                <a:lnTo>
                  <a:pt x="724877" y="578047"/>
                </a:lnTo>
              </a:path>
            </a:pathLst>
          </a:custGeom>
          <a:ln w="9525"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24">
            <a:extLst>
              <a:ext uri="{FF2B5EF4-FFF2-40B4-BE49-F238E27FC236}">
                <a16:creationId xmlns:a16="http://schemas.microsoft.com/office/drawing/2014/main" id="{523CFD4F-B066-DF3D-7792-E7E7E0301B19}"/>
              </a:ext>
            </a:extLst>
          </p:cNvPr>
          <p:cNvSpPr/>
          <p:nvPr userDrawn="1"/>
        </p:nvSpPr>
        <p:spPr>
          <a:xfrm>
            <a:off x="0" y="6416640"/>
            <a:ext cx="1400175" cy="441325"/>
          </a:xfrm>
          <a:custGeom>
            <a:avLst/>
            <a:gdLst/>
            <a:ahLst/>
            <a:cxnLst/>
            <a:rect l="l" t="t" r="r" b="b"/>
            <a:pathLst>
              <a:path w="1400175" h="441325">
                <a:moveTo>
                  <a:pt x="1400175" y="440851"/>
                </a:moveTo>
                <a:lnTo>
                  <a:pt x="0" y="413947"/>
                </a:lnTo>
              </a:path>
              <a:path w="1400175" h="441325">
                <a:moveTo>
                  <a:pt x="1368171" y="440851"/>
                </a:moveTo>
                <a:lnTo>
                  <a:pt x="0" y="388062"/>
                </a:lnTo>
              </a:path>
              <a:path w="1400175" h="441325">
                <a:moveTo>
                  <a:pt x="1336421" y="440851"/>
                </a:moveTo>
                <a:lnTo>
                  <a:pt x="0" y="361703"/>
                </a:lnTo>
              </a:path>
              <a:path w="1400175" h="441325">
                <a:moveTo>
                  <a:pt x="1304163" y="440851"/>
                </a:moveTo>
                <a:lnTo>
                  <a:pt x="0" y="336366"/>
                </a:lnTo>
              </a:path>
              <a:path w="1400175" h="441325">
                <a:moveTo>
                  <a:pt x="1272159" y="440851"/>
                </a:moveTo>
                <a:lnTo>
                  <a:pt x="0" y="309565"/>
                </a:lnTo>
              </a:path>
              <a:path w="1400175" h="441325">
                <a:moveTo>
                  <a:pt x="956805" y="440851"/>
                </a:moveTo>
                <a:lnTo>
                  <a:pt x="0" y="51780"/>
                </a:lnTo>
              </a:path>
              <a:path w="1400175" h="441325">
                <a:moveTo>
                  <a:pt x="925131" y="440851"/>
                </a:moveTo>
                <a:lnTo>
                  <a:pt x="0" y="26074"/>
                </a:lnTo>
              </a:path>
              <a:path w="1400175" h="441325">
                <a:moveTo>
                  <a:pt x="892822" y="440851"/>
                </a:moveTo>
                <a:lnTo>
                  <a:pt x="0" y="0"/>
                </a:lnTo>
              </a:path>
            </a:pathLst>
          </a:custGeom>
          <a:ln w="6096"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25">
            <a:extLst>
              <a:ext uri="{FF2B5EF4-FFF2-40B4-BE49-F238E27FC236}">
                <a16:creationId xmlns:a16="http://schemas.microsoft.com/office/drawing/2014/main" id="{1B6E0980-D0E4-4728-E445-98E9C8D9806C}"/>
              </a:ext>
            </a:extLst>
          </p:cNvPr>
          <p:cNvSpPr/>
          <p:nvPr userDrawn="1"/>
        </p:nvSpPr>
        <p:spPr>
          <a:xfrm>
            <a:off x="0" y="6391964"/>
            <a:ext cx="861060" cy="466090"/>
          </a:xfrm>
          <a:custGeom>
            <a:avLst/>
            <a:gdLst/>
            <a:ahLst/>
            <a:cxnLst/>
            <a:rect l="l" t="t" r="r" b="b"/>
            <a:pathLst>
              <a:path w="861060" h="466090">
                <a:moveTo>
                  <a:pt x="860903" y="466033"/>
                </a:moveTo>
                <a:lnTo>
                  <a:pt x="0" y="0"/>
                </a:lnTo>
              </a:path>
            </a:pathLst>
          </a:custGeom>
          <a:ln w="6093"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26">
            <a:extLst>
              <a:ext uri="{FF2B5EF4-FFF2-40B4-BE49-F238E27FC236}">
                <a16:creationId xmlns:a16="http://schemas.microsoft.com/office/drawing/2014/main" id="{B01CC285-6A3B-F6F6-E5FE-AB2FDCC4C83A}"/>
              </a:ext>
            </a:extLst>
          </p:cNvPr>
          <p:cNvSpPr/>
          <p:nvPr userDrawn="1"/>
        </p:nvSpPr>
        <p:spPr>
          <a:xfrm>
            <a:off x="0" y="6291251"/>
            <a:ext cx="1242060" cy="567055"/>
          </a:xfrm>
          <a:custGeom>
            <a:avLst/>
            <a:gdLst/>
            <a:ahLst/>
            <a:cxnLst/>
            <a:rect l="l" t="t" r="r" b="b"/>
            <a:pathLst>
              <a:path w="1242060" h="567054">
                <a:moveTo>
                  <a:pt x="828967" y="566747"/>
                </a:moveTo>
                <a:lnTo>
                  <a:pt x="0" y="74637"/>
                </a:lnTo>
              </a:path>
              <a:path w="1242060" h="567054">
                <a:moveTo>
                  <a:pt x="798487" y="566747"/>
                </a:moveTo>
                <a:lnTo>
                  <a:pt x="0" y="50111"/>
                </a:lnTo>
              </a:path>
              <a:path w="1242060" h="567054">
                <a:moveTo>
                  <a:pt x="766470" y="566747"/>
                </a:moveTo>
                <a:lnTo>
                  <a:pt x="0" y="24254"/>
                </a:lnTo>
              </a:path>
              <a:path w="1242060" h="567054">
                <a:moveTo>
                  <a:pt x="734491" y="566747"/>
                </a:moveTo>
                <a:lnTo>
                  <a:pt x="0" y="0"/>
                </a:lnTo>
              </a:path>
              <a:path w="1242060" h="567054">
                <a:moveTo>
                  <a:pt x="1241818" y="566747"/>
                </a:moveTo>
                <a:lnTo>
                  <a:pt x="0" y="409960"/>
                </a:lnTo>
              </a:path>
              <a:path w="1242060" h="567054">
                <a:moveTo>
                  <a:pt x="1210132" y="566747"/>
                </a:moveTo>
                <a:lnTo>
                  <a:pt x="0" y="383925"/>
                </a:lnTo>
              </a:path>
              <a:path w="1242060" h="567054">
                <a:moveTo>
                  <a:pt x="1178407" y="566747"/>
                </a:moveTo>
                <a:lnTo>
                  <a:pt x="0" y="357978"/>
                </a:lnTo>
              </a:path>
              <a:path w="1242060" h="567054">
                <a:moveTo>
                  <a:pt x="1146746" y="566747"/>
                </a:moveTo>
                <a:lnTo>
                  <a:pt x="0" y="331958"/>
                </a:lnTo>
              </a:path>
              <a:path w="1242060" h="567054">
                <a:moveTo>
                  <a:pt x="1115060" y="566747"/>
                </a:moveTo>
                <a:lnTo>
                  <a:pt x="0" y="306032"/>
                </a:lnTo>
              </a:path>
              <a:path w="1242060" h="567054">
                <a:moveTo>
                  <a:pt x="1083335" y="566747"/>
                </a:moveTo>
                <a:lnTo>
                  <a:pt x="0" y="280230"/>
                </a:lnTo>
              </a:path>
              <a:path w="1242060" h="567054">
                <a:moveTo>
                  <a:pt x="1051636" y="566747"/>
                </a:moveTo>
                <a:lnTo>
                  <a:pt x="0" y="254403"/>
                </a:lnTo>
              </a:path>
              <a:path w="1242060" h="567054">
                <a:moveTo>
                  <a:pt x="1019949" y="566747"/>
                </a:moveTo>
                <a:lnTo>
                  <a:pt x="0" y="228627"/>
                </a:lnTo>
              </a:path>
              <a:path w="1242060" h="567054">
                <a:moveTo>
                  <a:pt x="988263" y="566747"/>
                </a:moveTo>
                <a:lnTo>
                  <a:pt x="0" y="202907"/>
                </a:lnTo>
              </a:path>
            </a:pathLst>
          </a:custGeom>
          <a:ln w="6096">
            <a:solidFill>
              <a:srgbClr val="F2AA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7">
            <a:extLst>
              <a:ext uri="{FF2B5EF4-FFF2-40B4-BE49-F238E27FC236}">
                <a16:creationId xmlns:a16="http://schemas.microsoft.com/office/drawing/2014/main" id="{804A6098-7644-66DC-EF85-23ACB7720B1E}"/>
              </a:ext>
            </a:extLst>
          </p:cNvPr>
          <p:cNvSpPr/>
          <p:nvPr userDrawn="1"/>
        </p:nvSpPr>
        <p:spPr>
          <a:xfrm>
            <a:off x="0" y="4204013"/>
            <a:ext cx="675640" cy="1792605"/>
          </a:xfrm>
          <a:custGeom>
            <a:avLst/>
            <a:gdLst/>
            <a:ahLst/>
            <a:cxnLst/>
            <a:rect l="l" t="t" r="r" b="b"/>
            <a:pathLst>
              <a:path w="675640" h="1792604">
                <a:moveTo>
                  <a:pt x="0" y="580795"/>
                </a:moveTo>
                <a:lnTo>
                  <a:pt x="37161" y="602062"/>
                </a:lnTo>
                <a:lnTo>
                  <a:pt x="73873" y="625535"/>
                </a:lnTo>
                <a:lnTo>
                  <a:pt x="109425" y="650770"/>
                </a:lnTo>
                <a:lnTo>
                  <a:pt x="143783" y="677710"/>
                </a:lnTo>
                <a:lnTo>
                  <a:pt x="176914" y="706298"/>
                </a:lnTo>
                <a:lnTo>
                  <a:pt x="208786" y="736480"/>
                </a:lnTo>
                <a:lnTo>
                  <a:pt x="239365" y="768197"/>
                </a:lnTo>
                <a:lnTo>
                  <a:pt x="268619" y="801395"/>
                </a:lnTo>
                <a:lnTo>
                  <a:pt x="296514" y="836015"/>
                </a:lnTo>
                <a:lnTo>
                  <a:pt x="323018" y="872003"/>
                </a:lnTo>
                <a:lnTo>
                  <a:pt x="348098" y="909302"/>
                </a:lnTo>
                <a:lnTo>
                  <a:pt x="371721" y="947855"/>
                </a:lnTo>
                <a:lnTo>
                  <a:pt x="393853" y="987606"/>
                </a:lnTo>
                <a:lnTo>
                  <a:pt x="414462" y="1028499"/>
                </a:lnTo>
                <a:lnTo>
                  <a:pt x="433516" y="1070477"/>
                </a:lnTo>
                <a:lnTo>
                  <a:pt x="450980" y="1113484"/>
                </a:lnTo>
                <a:lnTo>
                  <a:pt x="466822" y="1157464"/>
                </a:lnTo>
                <a:lnTo>
                  <a:pt x="481010" y="1202360"/>
                </a:lnTo>
                <a:lnTo>
                  <a:pt x="493509" y="1248116"/>
                </a:lnTo>
                <a:lnTo>
                  <a:pt x="504288" y="1294675"/>
                </a:lnTo>
                <a:lnTo>
                  <a:pt x="513313" y="1341981"/>
                </a:lnTo>
                <a:lnTo>
                  <a:pt x="520551" y="1389979"/>
                </a:lnTo>
                <a:lnTo>
                  <a:pt x="525970" y="1438610"/>
                </a:lnTo>
                <a:lnTo>
                  <a:pt x="529536" y="1487820"/>
                </a:lnTo>
                <a:lnTo>
                  <a:pt x="531217" y="1537552"/>
                </a:lnTo>
                <a:lnTo>
                  <a:pt x="530979" y="1587749"/>
                </a:lnTo>
                <a:lnTo>
                  <a:pt x="528790" y="1638354"/>
                </a:lnTo>
                <a:lnTo>
                  <a:pt x="524616" y="1689313"/>
                </a:lnTo>
                <a:lnTo>
                  <a:pt x="518425" y="1740568"/>
                </a:lnTo>
                <a:lnTo>
                  <a:pt x="510184" y="1792062"/>
                </a:lnTo>
              </a:path>
              <a:path w="675640" h="1792604">
                <a:moveTo>
                  <a:pt x="0" y="283297"/>
                </a:moveTo>
                <a:lnTo>
                  <a:pt x="39762" y="301045"/>
                </a:lnTo>
                <a:lnTo>
                  <a:pt x="78696" y="320828"/>
                </a:lnTo>
                <a:lnTo>
                  <a:pt x="116536" y="342486"/>
                </a:lnTo>
                <a:lnTo>
                  <a:pt x="153248" y="365962"/>
                </a:lnTo>
                <a:lnTo>
                  <a:pt x="188800" y="391200"/>
                </a:lnTo>
                <a:lnTo>
                  <a:pt x="223158" y="418143"/>
                </a:lnTo>
                <a:lnTo>
                  <a:pt x="256289" y="446735"/>
                </a:lnTo>
                <a:lnTo>
                  <a:pt x="288161" y="476920"/>
                </a:lnTo>
                <a:lnTo>
                  <a:pt x="318740" y="508642"/>
                </a:lnTo>
                <a:lnTo>
                  <a:pt x="347994" y="541843"/>
                </a:lnTo>
                <a:lnTo>
                  <a:pt x="375889" y="576467"/>
                </a:lnTo>
                <a:lnTo>
                  <a:pt x="402393" y="612458"/>
                </a:lnTo>
                <a:lnTo>
                  <a:pt x="427473" y="649760"/>
                </a:lnTo>
                <a:lnTo>
                  <a:pt x="451096" y="688316"/>
                </a:lnTo>
                <a:lnTo>
                  <a:pt x="473228" y="728070"/>
                </a:lnTo>
                <a:lnTo>
                  <a:pt x="493837" y="768966"/>
                </a:lnTo>
                <a:lnTo>
                  <a:pt x="512891" y="810946"/>
                </a:lnTo>
                <a:lnTo>
                  <a:pt x="530355" y="853955"/>
                </a:lnTo>
                <a:lnTo>
                  <a:pt x="546197" y="897936"/>
                </a:lnTo>
                <a:lnTo>
                  <a:pt x="560385" y="942832"/>
                </a:lnTo>
                <a:lnTo>
                  <a:pt x="572884" y="988588"/>
                </a:lnTo>
                <a:lnTo>
                  <a:pt x="583663" y="1035147"/>
                </a:lnTo>
                <a:lnTo>
                  <a:pt x="592688" y="1082452"/>
                </a:lnTo>
                <a:lnTo>
                  <a:pt x="599926" y="1130448"/>
                </a:lnTo>
                <a:lnTo>
                  <a:pt x="605345" y="1179077"/>
                </a:lnTo>
                <a:lnTo>
                  <a:pt x="608911" y="1228284"/>
                </a:lnTo>
                <a:lnTo>
                  <a:pt x="610592" y="1278011"/>
                </a:lnTo>
                <a:lnTo>
                  <a:pt x="610354" y="1328203"/>
                </a:lnTo>
                <a:lnTo>
                  <a:pt x="608165" y="1378803"/>
                </a:lnTo>
                <a:lnTo>
                  <a:pt x="603991" y="1429754"/>
                </a:lnTo>
                <a:lnTo>
                  <a:pt x="597800" y="1481001"/>
                </a:lnTo>
                <a:lnTo>
                  <a:pt x="589559" y="1532487"/>
                </a:lnTo>
              </a:path>
              <a:path w="675640" h="1792604">
                <a:moveTo>
                  <a:pt x="0" y="0"/>
                </a:moveTo>
                <a:lnTo>
                  <a:pt x="64560" y="23605"/>
                </a:lnTo>
                <a:lnTo>
                  <a:pt x="104556" y="41457"/>
                </a:lnTo>
                <a:lnTo>
                  <a:pt x="143491" y="61240"/>
                </a:lnTo>
                <a:lnTo>
                  <a:pt x="181331" y="82897"/>
                </a:lnTo>
                <a:lnTo>
                  <a:pt x="218043" y="106373"/>
                </a:lnTo>
                <a:lnTo>
                  <a:pt x="253595" y="131611"/>
                </a:lnTo>
                <a:lnTo>
                  <a:pt x="287953" y="158554"/>
                </a:lnTo>
                <a:lnTo>
                  <a:pt x="321084" y="187146"/>
                </a:lnTo>
                <a:lnTo>
                  <a:pt x="352956" y="217331"/>
                </a:lnTo>
                <a:lnTo>
                  <a:pt x="383535" y="249052"/>
                </a:lnTo>
                <a:lnTo>
                  <a:pt x="412789" y="282252"/>
                </a:lnTo>
                <a:lnTo>
                  <a:pt x="440684" y="316876"/>
                </a:lnTo>
                <a:lnTo>
                  <a:pt x="467188" y="352867"/>
                </a:lnTo>
                <a:lnTo>
                  <a:pt x="492268" y="390168"/>
                </a:lnTo>
                <a:lnTo>
                  <a:pt x="515891" y="428724"/>
                </a:lnTo>
                <a:lnTo>
                  <a:pt x="538023" y="468477"/>
                </a:lnTo>
                <a:lnTo>
                  <a:pt x="558633" y="509371"/>
                </a:lnTo>
                <a:lnTo>
                  <a:pt x="577686" y="551350"/>
                </a:lnTo>
                <a:lnTo>
                  <a:pt x="595150" y="594358"/>
                </a:lnTo>
                <a:lnTo>
                  <a:pt x="610993" y="638338"/>
                </a:lnTo>
                <a:lnTo>
                  <a:pt x="625180" y="683233"/>
                </a:lnTo>
                <a:lnTo>
                  <a:pt x="637680" y="728987"/>
                </a:lnTo>
                <a:lnTo>
                  <a:pt x="648458" y="775545"/>
                </a:lnTo>
                <a:lnTo>
                  <a:pt x="657483" y="822848"/>
                </a:lnTo>
                <a:lnTo>
                  <a:pt x="664722" y="870842"/>
                </a:lnTo>
                <a:lnTo>
                  <a:pt x="670141" y="919469"/>
                </a:lnTo>
                <a:lnTo>
                  <a:pt x="673707" y="968674"/>
                </a:lnTo>
                <a:lnTo>
                  <a:pt x="675387" y="1018399"/>
                </a:lnTo>
                <a:lnTo>
                  <a:pt x="675149" y="1068588"/>
                </a:lnTo>
                <a:lnTo>
                  <a:pt x="672960" y="1119185"/>
                </a:lnTo>
                <a:lnTo>
                  <a:pt x="668787" y="1170134"/>
                </a:lnTo>
                <a:lnTo>
                  <a:pt x="662596" y="1221378"/>
                </a:lnTo>
                <a:lnTo>
                  <a:pt x="654354" y="1272861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31F3B4-9676-F716-1BF6-CB69C56BCE78}"/>
              </a:ext>
            </a:extLst>
          </p:cNvPr>
          <p:cNvSpPr/>
          <p:nvPr userDrawn="1"/>
        </p:nvSpPr>
        <p:spPr>
          <a:xfrm>
            <a:off x="-1386314" y="1369177"/>
            <a:ext cx="1246094" cy="751356"/>
          </a:xfrm>
          <a:prstGeom prst="rect">
            <a:avLst/>
          </a:prstGeom>
          <a:solidFill>
            <a:srgbClr val="65D3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#00BAE0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E592EC-776C-9DD3-5A30-B7440126B334}"/>
              </a:ext>
            </a:extLst>
          </p:cNvPr>
          <p:cNvSpPr/>
          <p:nvPr userDrawn="1"/>
        </p:nvSpPr>
        <p:spPr>
          <a:xfrm>
            <a:off x="-1386314" y="2306949"/>
            <a:ext cx="1246094" cy="751356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#9D9D9D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A9E77E-3D15-199F-A929-A8284DDD51E8}"/>
              </a:ext>
            </a:extLst>
          </p:cNvPr>
          <p:cNvSpPr/>
          <p:nvPr userDrawn="1"/>
        </p:nvSpPr>
        <p:spPr>
          <a:xfrm>
            <a:off x="-1386314" y="3244721"/>
            <a:ext cx="1246094" cy="75135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#CFCFCF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366D26-FE01-88B5-A75D-E3C7A200A6CF}"/>
              </a:ext>
            </a:extLst>
          </p:cNvPr>
          <p:cNvSpPr/>
          <p:nvPr userDrawn="1"/>
        </p:nvSpPr>
        <p:spPr>
          <a:xfrm>
            <a:off x="-1392087" y="4153275"/>
            <a:ext cx="1255263" cy="75135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#D9D9D9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6EED81-B4A8-FABD-8BF3-E6C3609780C1}"/>
              </a:ext>
            </a:extLst>
          </p:cNvPr>
          <p:cNvSpPr txBox="1"/>
          <p:nvPr userDrawn="1"/>
        </p:nvSpPr>
        <p:spPr>
          <a:xfrm>
            <a:off x="985652" y="6483117"/>
            <a:ext cx="5223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F2AA84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Caracterização | Processos | </a:t>
            </a: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F0A983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Vantagens</a:t>
            </a: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F2AA84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| </a:t>
            </a: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srgbClr val="E86F2C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Novas tecnologias</a:t>
            </a:r>
            <a:endParaRPr kumimoji="0" lang="en-BR" sz="1600" b="1" i="0" u="none" strike="noStrike" kern="1200" cap="none" spc="0" normalizeH="0" baseline="0" noProof="0">
              <a:ln>
                <a:noFill/>
              </a:ln>
              <a:solidFill>
                <a:srgbClr val="E86F2C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E259533-3BEA-100D-3A20-B1B29D98BA60}"/>
              </a:ext>
            </a:extLst>
          </p:cNvPr>
          <p:cNvSpPr/>
          <p:nvPr userDrawn="1"/>
        </p:nvSpPr>
        <p:spPr>
          <a:xfrm>
            <a:off x="-1401047" y="363267"/>
            <a:ext cx="1246094" cy="847725"/>
          </a:xfrm>
          <a:prstGeom prst="rect">
            <a:avLst/>
          </a:prstGeom>
          <a:solidFill>
            <a:srgbClr val="2863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#0051A3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301C487-D78A-9659-B300-97BC56DC0C7E}"/>
              </a:ext>
            </a:extLst>
          </p:cNvPr>
          <p:cNvSpPr/>
          <p:nvPr userDrawn="1"/>
        </p:nvSpPr>
        <p:spPr>
          <a:xfrm>
            <a:off x="-1360405" y="4989477"/>
            <a:ext cx="1246094" cy="847725"/>
          </a:xfrm>
          <a:prstGeom prst="rect">
            <a:avLst/>
          </a:prstGeom>
          <a:solidFill>
            <a:srgbClr val="0A51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#0051A3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90F6028-FF85-9DDF-1852-11DE5E0E4C19}"/>
              </a:ext>
            </a:extLst>
          </p:cNvPr>
          <p:cNvCxnSpPr/>
          <p:nvPr userDrawn="1"/>
        </p:nvCxnSpPr>
        <p:spPr>
          <a:xfrm>
            <a:off x="1002843" y="6848472"/>
            <a:ext cx="7258836" cy="0"/>
          </a:xfrm>
          <a:prstGeom prst="line">
            <a:avLst/>
          </a:prstGeom>
          <a:ln>
            <a:solidFill>
              <a:srgbClr val="F2A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AE11BFB-9BBF-A28A-9646-C926F3738326}"/>
              </a:ext>
            </a:extLst>
          </p:cNvPr>
          <p:cNvSpPr/>
          <p:nvPr userDrawn="1"/>
        </p:nvSpPr>
        <p:spPr>
          <a:xfrm>
            <a:off x="999934" y="370936"/>
            <a:ext cx="137050" cy="7898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object 12">
            <a:extLst>
              <a:ext uri="{FF2B5EF4-FFF2-40B4-BE49-F238E27FC236}">
                <a16:creationId xmlns:a16="http://schemas.microsoft.com/office/drawing/2014/main" id="{FB103413-F306-1C8A-A05A-48CAB96DD75A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975372" y="370937"/>
            <a:ext cx="161612" cy="789866"/>
          </a:xfrm>
          <a:prstGeom prst="rect">
            <a:avLst/>
          </a:prstGeom>
          <a:solidFill>
            <a:srgbClr val="F2AA84"/>
          </a:solidFill>
        </p:spPr>
      </p:pic>
      <p:sp>
        <p:nvSpPr>
          <p:cNvPr id="2" name="object 26">
            <a:extLst>
              <a:ext uri="{FF2B5EF4-FFF2-40B4-BE49-F238E27FC236}">
                <a16:creationId xmlns:a16="http://schemas.microsoft.com/office/drawing/2014/main" id="{864F85D1-4F19-0EC7-35B4-B22764A518F5}"/>
              </a:ext>
            </a:extLst>
          </p:cNvPr>
          <p:cNvSpPr/>
          <p:nvPr userDrawn="1"/>
        </p:nvSpPr>
        <p:spPr>
          <a:xfrm>
            <a:off x="11084814" y="6457950"/>
            <a:ext cx="0" cy="329565"/>
          </a:xfrm>
          <a:custGeom>
            <a:avLst/>
            <a:gdLst/>
            <a:ahLst/>
            <a:cxnLst/>
            <a:rect l="l" t="t" r="r" b="b"/>
            <a:pathLst>
              <a:path h="329565">
                <a:moveTo>
                  <a:pt x="0" y="0"/>
                </a:moveTo>
                <a:lnTo>
                  <a:pt x="0" y="329109"/>
                </a:lnTo>
              </a:path>
            </a:pathLst>
          </a:custGeom>
          <a:ln w="28575">
            <a:solidFill>
              <a:srgbClr val="F0A9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52">
            <a:extLst>
              <a:ext uri="{FF2B5EF4-FFF2-40B4-BE49-F238E27FC236}">
                <a16:creationId xmlns:a16="http://schemas.microsoft.com/office/drawing/2014/main" id="{2EFCD101-5FDD-3A9A-AA3D-BD7E72ABD59C}"/>
              </a:ext>
            </a:extLst>
          </p:cNvPr>
          <p:cNvSpPr txBox="1"/>
          <p:nvPr userDrawn="1"/>
        </p:nvSpPr>
        <p:spPr>
          <a:xfrm>
            <a:off x="11479656" y="6505255"/>
            <a:ext cx="235585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dirty="0">
                <a:latin typeface="Segoe UI Light"/>
                <a:cs typeface="Segoe UI Light"/>
              </a:rPr>
              <a:t>‹#›</a:t>
            </a:fld>
            <a:endParaRPr sz="1200">
              <a:latin typeface="Segoe UI Light"/>
              <a:cs typeface="Segoe UI Ligh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D293DCF-CEB9-2EE2-11AD-248066997C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8554" y="6416640"/>
            <a:ext cx="440965" cy="39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045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718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70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7" Type="http://schemas.openxmlformats.org/officeDocument/2006/relationships/image" Target="../media/image8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chart" Target="../charts/char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3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FD538-4EDE-D1EE-03EC-4C88C2336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Contrato de Motoboy por Entregas: Há Vínculo Empregatício?">
            <a:extLst>
              <a:ext uri="{FF2B5EF4-FFF2-40B4-BE49-F238E27FC236}">
                <a16:creationId xmlns:a16="http://schemas.microsoft.com/office/drawing/2014/main" id="{82F9E2EF-6A4A-4659-F8F7-1B0234B005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01" b="8680"/>
          <a:stretch/>
        </p:blipFill>
        <p:spPr bwMode="auto">
          <a:xfrm>
            <a:off x="7332783" y="3154165"/>
            <a:ext cx="4859217" cy="3703826"/>
          </a:xfrm>
          <a:custGeom>
            <a:avLst/>
            <a:gdLst/>
            <a:ahLst/>
            <a:cxnLst/>
            <a:rect l="l" t="t" r="r" b="b"/>
            <a:pathLst>
              <a:path w="4397481" h="3351888">
                <a:moveTo>
                  <a:pt x="0" y="0"/>
                </a:moveTo>
                <a:lnTo>
                  <a:pt x="4397481" y="0"/>
                </a:lnTo>
                <a:lnTo>
                  <a:pt x="4397481" y="3351888"/>
                </a:lnTo>
                <a:lnTo>
                  <a:pt x="1552363" y="335188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omo o trânsito influencia o dia a dia da população? Veja o que dizem  especialistas - Folha PE">
            <a:extLst>
              <a:ext uri="{FF2B5EF4-FFF2-40B4-BE49-F238E27FC236}">
                <a16:creationId xmlns:a16="http://schemas.microsoft.com/office/drawing/2014/main" id="{2C2330BA-FC86-7F91-0930-69C44A538E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9543" r="5204" b="3"/>
          <a:stretch/>
        </p:blipFill>
        <p:spPr bwMode="auto">
          <a:xfrm>
            <a:off x="5953126" y="-1"/>
            <a:ext cx="6229350" cy="3553053"/>
          </a:xfrm>
          <a:custGeom>
            <a:avLst/>
            <a:gdLst/>
            <a:ahLst/>
            <a:cxnLst/>
            <a:rect l="l" t="t" r="r" b="b"/>
            <a:pathLst>
              <a:path w="6023811" h="3346404">
                <a:moveTo>
                  <a:pt x="0" y="0"/>
                </a:moveTo>
                <a:lnTo>
                  <a:pt x="6023811" y="0"/>
                </a:lnTo>
                <a:lnTo>
                  <a:pt x="6023811" y="3346404"/>
                </a:lnTo>
                <a:lnTo>
                  <a:pt x="1549824" y="334640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otos 2024: 20 modelos esperados para o Brasil (e mais extras!) - MOTOO">
            <a:extLst>
              <a:ext uri="{FF2B5EF4-FFF2-40B4-BE49-F238E27FC236}">
                <a16:creationId xmlns:a16="http://schemas.microsoft.com/office/drawing/2014/main" id="{9A5BB931-614B-7F37-3602-EB1A395C0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8"/>
          <a:stretch>
            <a:fillRect/>
          </a:stretch>
        </p:blipFill>
        <p:spPr bwMode="auto">
          <a:xfrm>
            <a:off x="20" y="10"/>
            <a:ext cx="9124930" cy="6863475"/>
          </a:xfrm>
          <a:custGeom>
            <a:avLst/>
            <a:gdLst/>
            <a:ahLst/>
            <a:cxnLst/>
            <a:rect l="l" t="t" r="r" b="b"/>
            <a:pathLst>
              <a:path w="9154693" h="6863485">
                <a:moveTo>
                  <a:pt x="0" y="0"/>
                </a:moveTo>
                <a:lnTo>
                  <a:pt x="5976000" y="0"/>
                </a:lnTo>
                <a:lnTo>
                  <a:pt x="9154693" y="6863485"/>
                </a:lnTo>
                <a:lnTo>
                  <a:pt x="0" y="6863485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1A97366D-E405-F0DA-9039-2E22CC909860}"/>
              </a:ext>
            </a:extLst>
          </p:cNvPr>
          <p:cNvSpPr/>
          <p:nvPr/>
        </p:nvSpPr>
        <p:spPr>
          <a:xfrm>
            <a:off x="0" y="-85725"/>
            <a:ext cx="12191999" cy="6955261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74900"/>
            </a:schemeClr>
          </a:solidFill>
          <a:effectLst>
            <a:outerShdw blurRad="50800" dist="50800" dir="5400000" algn="ctr" rotWithShape="0">
              <a:schemeClr val="tx1">
                <a:lumMod val="50000"/>
                <a:lumOff val="50000"/>
                <a:alpha val="5000"/>
              </a:schemeClr>
            </a:out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D0558080-4DEF-9166-7A7F-57422A70DEC8}"/>
              </a:ext>
            </a:extLst>
          </p:cNvPr>
          <p:cNvSpPr/>
          <p:nvPr/>
        </p:nvSpPr>
        <p:spPr>
          <a:xfrm flipH="1">
            <a:off x="593472" y="2897273"/>
            <a:ext cx="216000" cy="1086526"/>
          </a:xfrm>
          <a:custGeom>
            <a:avLst/>
            <a:gdLst/>
            <a:ahLst/>
            <a:cxnLst/>
            <a:rect l="l" t="t" r="r" b="b"/>
            <a:pathLst>
              <a:path h="1323975">
                <a:moveTo>
                  <a:pt x="0" y="0"/>
                </a:moveTo>
                <a:lnTo>
                  <a:pt x="0" y="1323467"/>
                </a:lnTo>
              </a:path>
            </a:pathLst>
          </a:custGeom>
          <a:ln w="539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BA420E-D8E8-1AA9-E078-A078195CCC64}"/>
              </a:ext>
            </a:extLst>
          </p:cNvPr>
          <p:cNvSpPr txBox="1"/>
          <p:nvPr/>
        </p:nvSpPr>
        <p:spPr>
          <a:xfrm>
            <a:off x="840067" y="2776701"/>
            <a:ext cx="7596010" cy="1327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de Formatura I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PSI 3591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D4089-D8B3-E073-E2C8-A0523E518652}"/>
              </a:ext>
            </a:extLst>
          </p:cNvPr>
          <p:cNvSpPr txBox="1"/>
          <p:nvPr/>
        </p:nvSpPr>
        <p:spPr>
          <a:xfrm>
            <a:off x="701471" y="4963697"/>
            <a:ext cx="3315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Lorenzo Zauith</a:t>
            </a:r>
          </a:p>
          <a:p>
            <a:r>
              <a:rPr lang="pt-BR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Igor Teixeira</a:t>
            </a:r>
          </a:p>
          <a:p>
            <a:r>
              <a:rPr lang="pt-BR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Rodrigo Costa</a:t>
            </a:r>
          </a:p>
        </p:txBody>
      </p:sp>
    </p:spTree>
    <p:extLst>
      <p:ext uri="{BB962C8B-B14F-4D97-AF65-F5344CB8AC3E}">
        <p14:creationId xmlns:p14="http://schemas.microsoft.com/office/powerpoint/2010/main" val="1726709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0414B992-7ECD-4F08-97FF-121CF43BA798}"/>
              </a:ext>
            </a:extLst>
          </p:cNvPr>
          <p:cNvGraphicFramePr>
            <a:graphicFrameLocks noGrp="1"/>
          </p:cNvGraphicFramePr>
          <p:nvPr>
            <p:ph sz="quarter" idx="18"/>
            <p:extLst>
              <p:ext uri="{D42A27DB-BD31-4B8C-83A1-F6EECF244321}">
                <p14:modId xmlns:p14="http://schemas.microsoft.com/office/powerpoint/2010/main" val="2001404439"/>
              </p:ext>
            </p:extLst>
          </p:nvPr>
        </p:nvGraphicFramePr>
        <p:xfrm>
          <a:off x="8542338" y="2182813"/>
          <a:ext cx="3087687" cy="1798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EDFE9-D878-7651-F2CE-66FC3DA5D8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/>
              <a:t>...culminando em um cenário devastador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5D451-38C7-6F3B-B668-67A0762CBDB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535851" y="1899276"/>
            <a:ext cx="3086718" cy="263525"/>
          </a:xfrm>
        </p:spPr>
        <p:txBody>
          <a:bodyPr/>
          <a:lstStyle/>
          <a:p>
            <a:r>
              <a:rPr lang="pt-BR" dirty="0"/>
              <a:t>Fatalidades por moto; [# mil]</a:t>
            </a: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92066B8A-A9CE-9861-8A83-1557EB796A35}"/>
              </a:ext>
            </a:extLst>
          </p:cNvPr>
          <p:cNvGraphicFramePr>
            <a:graphicFrameLocks noGrp="1"/>
          </p:cNvGraphicFramePr>
          <p:nvPr>
            <p:ph sz="quarter" idx="30"/>
            <p:extLst>
              <p:ext uri="{D42A27DB-BD31-4B8C-83A1-F6EECF244321}">
                <p14:modId xmlns:p14="http://schemas.microsoft.com/office/powerpoint/2010/main" val="1421700949"/>
              </p:ext>
            </p:extLst>
          </p:nvPr>
        </p:nvGraphicFramePr>
        <p:xfrm>
          <a:off x="4767263" y="2182813"/>
          <a:ext cx="3087687" cy="4030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0F90D8-4A5F-F6CD-2F15-7A27A115AB3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algn="ctr"/>
            <a:r>
              <a:rPr lang="pt-BR" dirty="0"/>
              <a:t>...que tende a aumentar...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EA974B-9FE8-1CFF-98EA-FD7749E0426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60776" y="1899276"/>
            <a:ext cx="3086718" cy="263525"/>
          </a:xfrm>
        </p:spPr>
        <p:txBody>
          <a:bodyPr/>
          <a:lstStyle/>
          <a:p>
            <a:r>
              <a:rPr lang="pt-BR" dirty="0"/>
              <a:t>Motos em circulação por ano; [# MM]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9809B0-D9D3-DE25-435C-AAFCBD55BBB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pt-BR" dirty="0"/>
              <a:t>Uma modalidade de risco...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6975CD-4232-6DE2-0A01-E8F6628F24A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458" y="1899276"/>
            <a:ext cx="3086718" cy="263525"/>
          </a:xfrm>
        </p:spPr>
        <p:txBody>
          <a:bodyPr/>
          <a:lstStyle/>
          <a:p>
            <a:r>
              <a:rPr lang="en-US" sz="1200" dirty="0" err="1"/>
              <a:t>Perfil</a:t>
            </a:r>
            <a:r>
              <a:rPr lang="en-US" sz="1200" dirty="0"/>
              <a:t> de </a:t>
            </a:r>
            <a:r>
              <a:rPr lang="en-US" sz="1200" dirty="0" err="1"/>
              <a:t>fatalidades</a:t>
            </a:r>
            <a:r>
              <a:rPr lang="en-US" sz="1200" baseline="0" dirty="0"/>
              <a:t> no </a:t>
            </a:r>
            <a:r>
              <a:rPr lang="en-US" sz="1200" baseline="0" dirty="0" err="1"/>
              <a:t>trânsito</a:t>
            </a:r>
            <a:endParaRPr lang="en-US" sz="1200" dirty="0"/>
          </a:p>
          <a:p>
            <a:endParaRPr lang="pt-BR" dirty="0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6E7E0A1B-CE38-B610-2E5B-A6A9E3F1B164}"/>
              </a:ext>
            </a:extLst>
          </p:cNvPr>
          <p:cNvGraphicFramePr>
            <a:graphicFrameLocks noGrp="1"/>
          </p:cNvGraphicFramePr>
          <p:nvPr>
            <p:ph sz="quarter" idx="38"/>
            <p:extLst>
              <p:ext uri="{D42A27DB-BD31-4B8C-83A1-F6EECF244321}">
                <p14:modId xmlns:p14="http://schemas.microsoft.com/office/powerpoint/2010/main" val="3825435974"/>
              </p:ext>
            </p:extLst>
          </p:nvPr>
        </p:nvGraphicFramePr>
        <p:xfrm>
          <a:off x="1027113" y="2182813"/>
          <a:ext cx="3084512" cy="4052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79B467-2963-C85D-3088-F602BEC603F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Cenário atual e principais problemas enfrentados por motociclistas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79F1A8B-89DC-1DF9-B6C6-9587FF597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984" y="290591"/>
            <a:ext cx="8645400" cy="520912"/>
          </a:xfrm>
        </p:spPr>
        <p:txBody>
          <a:bodyPr/>
          <a:lstStyle/>
          <a:p>
            <a:r>
              <a:rPr lang="pt-BR" dirty="0"/>
              <a:t>Visão geral da solução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E1D3EA3-5296-46EC-BFB3-DA867679D601}"/>
              </a:ext>
            </a:extLst>
          </p:cNvPr>
          <p:cNvSpPr/>
          <p:nvPr/>
        </p:nvSpPr>
        <p:spPr>
          <a:xfrm>
            <a:off x="2057400" y="3829050"/>
            <a:ext cx="1047750" cy="457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34,9 mil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Mortes </a:t>
            </a:r>
            <a:r>
              <a:rPr lang="pt-BR" sz="1000" b="1" dirty="0">
                <a:solidFill>
                  <a:schemeClr val="tx1"/>
                </a:solidFill>
              </a:rPr>
              <a:t>(2023)</a:t>
            </a:r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A417CBB-DF75-9D1D-B9B6-5EC151DD7FF4}"/>
              </a:ext>
            </a:extLst>
          </p:cNvPr>
          <p:cNvSpPr/>
          <p:nvPr/>
        </p:nvSpPr>
        <p:spPr>
          <a:xfrm>
            <a:off x="4938236" y="2381250"/>
            <a:ext cx="1267778" cy="457200"/>
          </a:xfrm>
          <a:prstGeom prst="roundRect">
            <a:avLst/>
          </a:prstGeom>
          <a:noFill/>
          <a:ln>
            <a:solidFill>
              <a:srgbClr val="26262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500" b="1" dirty="0">
                <a:solidFill>
                  <a:schemeClr val="tx1"/>
                </a:solidFill>
              </a:rPr>
              <a:t>CAGR: 5,3%</a:t>
            </a:r>
          </a:p>
        </p:txBody>
      </p:sp>
      <p:pic>
        <p:nvPicPr>
          <p:cNvPr id="1026" name="Picture 2" descr="Unprotected ">
            <a:extLst>
              <a:ext uri="{FF2B5EF4-FFF2-40B4-BE49-F238E27FC236}">
                <a16:creationId xmlns:a16="http://schemas.microsoft.com/office/drawing/2014/main" id="{AA3583DA-B1C8-FA3F-6615-C6CCFA91D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462" y="4233496"/>
            <a:ext cx="353159" cy="35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torway ">
            <a:extLst>
              <a:ext uri="{FF2B5EF4-FFF2-40B4-BE49-F238E27FC236}">
                <a16:creationId xmlns:a16="http://schemas.microsoft.com/office/drawing/2014/main" id="{3B4F914D-5DE6-0570-ADC6-DA9C6E9F4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04" y="4911672"/>
            <a:ext cx="388475" cy="38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infraestrutura ">
            <a:extLst>
              <a:ext uri="{FF2B5EF4-FFF2-40B4-BE49-F238E27FC236}">
                <a16:creationId xmlns:a16="http://schemas.microsoft.com/office/drawing/2014/main" id="{6A4EE5A2-7263-BE6D-835E-D06C6FACA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380" y="5625164"/>
            <a:ext cx="427323" cy="42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4E53636-97F0-5491-4150-B6768B7A9BDF}"/>
              </a:ext>
            </a:extLst>
          </p:cNvPr>
          <p:cNvSpPr txBox="1"/>
          <p:nvPr/>
        </p:nvSpPr>
        <p:spPr>
          <a:xfrm>
            <a:off x="9185703" y="4162425"/>
            <a:ext cx="244383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Pouca proteção física</a:t>
            </a:r>
          </a:p>
          <a:p>
            <a:r>
              <a:rPr lang="pt-BR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Motociclista absorve o impacto diretamente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93706D-5FEB-A25B-B9A3-048EC453C06A}"/>
              </a:ext>
            </a:extLst>
          </p:cNvPr>
          <p:cNvSpPr txBox="1"/>
          <p:nvPr/>
        </p:nvSpPr>
        <p:spPr>
          <a:xfrm>
            <a:off x="9178732" y="4853871"/>
            <a:ext cx="244383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Tráfego intenso</a:t>
            </a:r>
          </a:p>
          <a:p>
            <a:r>
              <a:rPr lang="pt-BR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Presente em faixas estreitas e entre veículos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E5816D-5973-28C0-900B-A18A93A5CA58}"/>
              </a:ext>
            </a:extLst>
          </p:cNvPr>
          <p:cNvSpPr txBox="1"/>
          <p:nvPr/>
        </p:nvSpPr>
        <p:spPr>
          <a:xfrm>
            <a:off x="9185703" y="5615687"/>
            <a:ext cx="244383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Infraestrutura deficiente</a:t>
            </a:r>
          </a:p>
          <a:p>
            <a:r>
              <a:rPr lang="pt-BR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Buracos e ausência de faixas exclusivas</a:t>
            </a:r>
          </a:p>
        </p:txBody>
      </p:sp>
    </p:spTree>
    <p:extLst>
      <p:ext uri="{BB962C8B-B14F-4D97-AF65-F5344CB8AC3E}">
        <p14:creationId xmlns:p14="http://schemas.microsoft.com/office/powerpoint/2010/main" val="342105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AACF-4EDA-ACAC-6AEE-D0A39A03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3152DB32-86B0-E146-9AE8-87E002A3670F}"/>
              </a:ext>
            </a:extLst>
          </p:cNvPr>
          <p:cNvGraphicFramePr>
            <a:graphicFrameLocks noGrp="1"/>
          </p:cNvGraphicFramePr>
          <p:nvPr>
            <p:ph sz="quarter" idx="18"/>
          </p:nvPr>
        </p:nvGraphicFramePr>
        <p:xfrm>
          <a:off x="8542338" y="2182813"/>
          <a:ext cx="3087687" cy="1798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35352-5EA7-65FF-9606-6FAAF9AD596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/>
              <a:t>...culminando em um cenário devastador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9D6C9-521B-ECDB-B2E9-F3F24270C1A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535851" y="1899276"/>
            <a:ext cx="3086718" cy="263525"/>
          </a:xfrm>
        </p:spPr>
        <p:txBody>
          <a:bodyPr/>
          <a:lstStyle/>
          <a:p>
            <a:r>
              <a:rPr lang="pt-BR" dirty="0"/>
              <a:t>Fatalidades por moto; [# mil]</a:t>
            </a: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75D097C4-7EB1-DA92-4A6B-32602043E687}"/>
              </a:ext>
            </a:extLst>
          </p:cNvPr>
          <p:cNvGraphicFramePr>
            <a:graphicFrameLocks noGrp="1"/>
          </p:cNvGraphicFramePr>
          <p:nvPr>
            <p:ph sz="quarter" idx="30"/>
          </p:nvPr>
        </p:nvGraphicFramePr>
        <p:xfrm>
          <a:off x="4767263" y="2182813"/>
          <a:ext cx="3087687" cy="4030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AC4841-4DA4-5E75-C896-10044784979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algn="ctr"/>
            <a:r>
              <a:rPr lang="pt-BR" dirty="0"/>
              <a:t>...que tende a aumentar...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3488F5-CEAC-01B6-F50C-69A0DE974C4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60776" y="1899276"/>
            <a:ext cx="3086718" cy="263525"/>
          </a:xfrm>
        </p:spPr>
        <p:txBody>
          <a:bodyPr/>
          <a:lstStyle/>
          <a:p>
            <a:r>
              <a:rPr lang="pt-BR" dirty="0"/>
              <a:t>Motos em circulação por ano; [# MM]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70B94B-AE6B-0261-4A7D-0DACCD0C35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pt-BR" dirty="0"/>
              <a:t>Uma modalidade de risco...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408855-4634-B77E-93DF-F0A1AFB079C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458" y="1899276"/>
            <a:ext cx="3086718" cy="263525"/>
          </a:xfrm>
        </p:spPr>
        <p:txBody>
          <a:bodyPr/>
          <a:lstStyle/>
          <a:p>
            <a:r>
              <a:rPr lang="en-US" sz="1200" dirty="0" err="1"/>
              <a:t>Perfil</a:t>
            </a:r>
            <a:r>
              <a:rPr lang="en-US" sz="1200" dirty="0"/>
              <a:t> de </a:t>
            </a:r>
            <a:r>
              <a:rPr lang="en-US" sz="1200" dirty="0" err="1"/>
              <a:t>fatalidades</a:t>
            </a:r>
            <a:r>
              <a:rPr lang="en-US" sz="1200" baseline="0" dirty="0"/>
              <a:t> no </a:t>
            </a:r>
            <a:r>
              <a:rPr lang="en-US" sz="1200" baseline="0" dirty="0" err="1"/>
              <a:t>trânsito</a:t>
            </a:r>
            <a:endParaRPr lang="en-US" sz="1200" dirty="0"/>
          </a:p>
          <a:p>
            <a:endParaRPr lang="pt-BR" dirty="0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0C5F5FEA-27BC-88CB-F6FB-2AD3DF978B77}"/>
              </a:ext>
            </a:extLst>
          </p:cNvPr>
          <p:cNvGraphicFramePr>
            <a:graphicFrameLocks noGrp="1"/>
          </p:cNvGraphicFramePr>
          <p:nvPr>
            <p:ph sz="quarter" idx="38"/>
          </p:nvPr>
        </p:nvGraphicFramePr>
        <p:xfrm>
          <a:off x="1027113" y="2182813"/>
          <a:ext cx="3084512" cy="4052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72106D-0A28-3C0B-1D19-134E668360B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Atualmente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ED133CE-35E0-9706-1289-274F63C4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984" y="290591"/>
            <a:ext cx="8645400" cy="520912"/>
          </a:xfrm>
        </p:spPr>
        <p:txBody>
          <a:bodyPr/>
          <a:lstStyle/>
          <a:p>
            <a:r>
              <a:rPr lang="pt-BR" dirty="0"/>
              <a:t>Visão geral da solução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E0D6B70-64EA-FEDE-0D40-8651D1A25025}"/>
              </a:ext>
            </a:extLst>
          </p:cNvPr>
          <p:cNvSpPr/>
          <p:nvPr/>
        </p:nvSpPr>
        <p:spPr>
          <a:xfrm>
            <a:off x="2057400" y="3829050"/>
            <a:ext cx="1047750" cy="457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34,9 mil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Mortes </a:t>
            </a:r>
            <a:r>
              <a:rPr lang="pt-BR" sz="1000" b="1" dirty="0">
                <a:solidFill>
                  <a:schemeClr val="tx1"/>
                </a:solidFill>
              </a:rPr>
              <a:t>(2023)</a:t>
            </a:r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480A236-E470-691C-0BD7-F6B2C7AB7509}"/>
              </a:ext>
            </a:extLst>
          </p:cNvPr>
          <p:cNvSpPr/>
          <p:nvPr/>
        </p:nvSpPr>
        <p:spPr>
          <a:xfrm>
            <a:off x="4938236" y="2381250"/>
            <a:ext cx="1267778" cy="457200"/>
          </a:xfrm>
          <a:prstGeom prst="roundRect">
            <a:avLst/>
          </a:prstGeom>
          <a:noFill/>
          <a:ln>
            <a:solidFill>
              <a:srgbClr val="26262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500" b="1" dirty="0">
                <a:solidFill>
                  <a:schemeClr val="tx1"/>
                </a:solidFill>
              </a:rPr>
              <a:t>CAGR: 5,3%</a:t>
            </a:r>
          </a:p>
        </p:txBody>
      </p:sp>
      <p:pic>
        <p:nvPicPr>
          <p:cNvPr id="1026" name="Picture 2" descr="Unprotected ">
            <a:extLst>
              <a:ext uri="{FF2B5EF4-FFF2-40B4-BE49-F238E27FC236}">
                <a16:creationId xmlns:a16="http://schemas.microsoft.com/office/drawing/2014/main" id="{57207F3D-F526-2492-BF6C-37B7F639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462" y="4233496"/>
            <a:ext cx="353159" cy="35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torway ">
            <a:extLst>
              <a:ext uri="{FF2B5EF4-FFF2-40B4-BE49-F238E27FC236}">
                <a16:creationId xmlns:a16="http://schemas.microsoft.com/office/drawing/2014/main" id="{07D12DD4-2D84-4A6F-96E1-8DBFE4A00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04" y="4911672"/>
            <a:ext cx="388475" cy="38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infraestrutura ">
            <a:extLst>
              <a:ext uri="{FF2B5EF4-FFF2-40B4-BE49-F238E27FC236}">
                <a16:creationId xmlns:a16="http://schemas.microsoft.com/office/drawing/2014/main" id="{FA054532-2995-AFD6-21A8-01885DBEC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380" y="5625164"/>
            <a:ext cx="427323" cy="42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AADDE57-F24A-D447-D043-7756FB0D1306}"/>
              </a:ext>
            </a:extLst>
          </p:cNvPr>
          <p:cNvSpPr txBox="1"/>
          <p:nvPr/>
        </p:nvSpPr>
        <p:spPr>
          <a:xfrm>
            <a:off x="9185703" y="4162425"/>
            <a:ext cx="244383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Pouca proteção física</a:t>
            </a:r>
          </a:p>
          <a:p>
            <a:r>
              <a:rPr lang="pt-BR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Motociclista absorve o impacto diretamente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6008FA-9BC1-5135-343A-954C95D9A41F}"/>
              </a:ext>
            </a:extLst>
          </p:cNvPr>
          <p:cNvSpPr txBox="1"/>
          <p:nvPr/>
        </p:nvSpPr>
        <p:spPr>
          <a:xfrm>
            <a:off x="9178732" y="4853871"/>
            <a:ext cx="244383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Tráfego intenso</a:t>
            </a:r>
          </a:p>
          <a:p>
            <a:r>
              <a:rPr lang="pt-BR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Presente em faixas estreitas e entre veículos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85742E-AF6A-D7BB-8A86-303D91764856}"/>
              </a:ext>
            </a:extLst>
          </p:cNvPr>
          <p:cNvSpPr txBox="1"/>
          <p:nvPr/>
        </p:nvSpPr>
        <p:spPr>
          <a:xfrm>
            <a:off x="9185703" y="5615687"/>
            <a:ext cx="244383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Infraestrutura deficiente</a:t>
            </a:r>
          </a:p>
          <a:p>
            <a:r>
              <a:rPr lang="pt-BR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Buracos e ausência de faixas exclusivas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023B30E5-4E29-C8A7-46D0-2152539B04F9}"/>
              </a:ext>
            </a:extLst>
          </p:cNvPr>
          <p:cNvSpPr/>
          <p:nvPr/>
        </p:nvSpPr>
        <p:spPr>
          <a:xfrm>
            <a:off x="1" y="-76200"/>
            <a:ext cx="12191999" cy="6945736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90000"/>
            </a:schemeClr>
          </a:solidFill>
          <a:effectLst>
            <a:outerShdw blurRad="50800" dist="50800" dir="5400000" algn="ctr" rotWithShape="0">
              <a:schemeClr val="tx1">
                <a:lumMod val="50000"/>
                <a:lumOff val="50000"/>
                <a:alpha val="5000"/>
              </a:schemeClr>
            </a:out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B1F3E9D-61A0-7E6A-1C4E-C3A2FCB29E2C}"/>
              </a:ext>
            </a:extLst>
          </p:cNvPr>
          <p:cNvSpPr/>
          <p:nvPr/>
        </p:nvSpPr>
        <p:spPr>
          <a:xfrm flipH="1">
            <a:off x="593472" y="2897273"/>
            <a:ext cx="216000" cy="1086526"/>
          </a:xfrm>
          <a:custGeom>
            <a:avLst/>
            <a:gdLst/>
            <a:ahLst/>
            <a:cxnLst/>
            <a:rect l="l" t="t" r="r" b="b"/>
            <a:pathLst>
              <a:path h="1323975">
                <a:moveTo>
                  <a:pt x="0" y="0"/>
                </a:moveTo>
                <a:lnTo>
                  <a:pt x="0" y="1323467"/>
                </a:lnTo>
              </a:path>
            </a:pathLst>
          </a:custGeom>
          <a:ln w="539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78F4A-A711-09F9-B2E4-CDC61E54FF34}"/>
              </a:ext>
            </a:extLst>
          </p:cNvPr>
          <p:cNvSpPr txBox="1"/>
          <p:nvPr/>
        </p:nvSpPr>
        <p:spPr>
          <a:xfrm>
            <a:off x="840067" y="2776701"/>
            <a:ext cx="7596010" cy="1327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PROJETO	</a:t>
            </a:r>
          </a:p>
          <a:p>
            <a:pPr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4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0993AD-A2DC-5A26-3CBC-2731B66C2B3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5833" y="829144"/>
            <a:ext cx="10046992" cy="280729"/>
          </a:xfrm>
        </p:spPr>
        <p:txBody>
          <a:bodyPr/>
          <a:lstStyle/>
          <a:p>
            <a:r>
              <a:rPr lang="pt-BR" dirty="0"/>
              <a:t>om tecnologia embarcada e resposta automática, o dispositivo detecta quedas, registra evidências e aciona ajuda em segundos — mesmo sem intervenção do motociclista.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4FC3EA-2832-08E7-8331-6B5D5D29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800" y="290591"/>
            <a:ext cx="8645400" cy="520912"/>
          </a:xfrm>
        </p:spPr>
        <p:txBody>
          <a:bodyPr/>
          <a:lstStyle/>
          <a:p>
            <a:r>
              <a:rPr lang="pt-BR" dirty="0"/>
              <a:t>Como podemos resolver esse problema?</a:t>
            </a: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1965F188-C721-273A-449E-211BDBD66901}"/>
              </a:ext>
            </a:extLst>
          </p:cNvPr>
          <p:cNvSpPr/>
          <p:nvPr/>
        </p:nvSpPr>
        <p:spPr>
          <a:xfrm>
            <a:off x="1307228" y="2735145"/>
            <a:ext cx="599528" cy="3081481"/>
          </a:xfrm>
          <a:custGeom>
            <a:avLst/>
            <a:gdLst/>
            <a:ahLst/>
            <a:cxnLst/>
            <a:rect l="l" t="t" r="r" b="b"/>
            <a:pathLst>
              <a:path w="619125" h="3684904">
                <a:moveTo>
                  <a:pt x="618617" y="0"/>
                </a:moveTo>
                <a:lnTo>
                  <a:pt x="0" y="0"/>
                </a:lnTo>
                <a:lnTo>
                  <a:pt x="0" y="3684524"/>
                </a:lnTo>
                <a:lnTo>
                  <a:pt x="618617" y="3684524"/>
                </a:lnTo>
                <a:lnTo>
                  <a:pt x="618617" y="0"/>
                </a:lnTo>
                <a:close/>
              </a:path>
            </a:pathLst>
          </a:custGeom>
          <a:solidFill>
            <a:srgbClr val="343434"/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CF5145"/>
              </a:solidFill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FD86C0D6-3CFC-A500-B96E-DC651BE939C6}"/>
              </a:ext>
            </a:extLst>
          </p:cNvPr>
          <p:cNvSpPr/>
          <p:nvPr/>
        </p:nvSpPr>
        <p:spPr>
          <a:xfrm>
            <a:off x="1903436" y="2735145"/>
            <a:ext cx="601988" cy="3086791"/>
          </a:xfrm>
          <a:custGeom>
            <a:avLst/>
            <a:gdLst/>
            <a:ahLst/>
            <a:cxnLst/>
            <a:rect l="l" t="t" r="r" b="b"/>
            <a:pathLst>
              <a:path w="621664" h="3691254">
                <a:moveTo>
                  <a:pt x="621411" y="0"/>
                </a:moveTo>
                <a:lnTo>
                  <a:pt x="0" y="0"/>
                </a:lnTo>
                <a:lnTo>
                  <a:pt x="0" y="3690747"/>
                </a:lnTo>
                <a:lnTo>
                  <a:pt x="621411" y="3690747"/>
                </a:lnTo>
                <a:lnTo>
                  <a:pt x="621411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9D2564E7-CB80-F908-AA11-9C8FB28ED0B8}"/>
              </a:ext>
            </a:extLst>
          </p:cNvPr>
          <p:cNvSpPr/>
          <p:nvPr/>
        </p:nvSpPr>
        <p:spPr>
          <a:xfrm>
            <a:off x="1307228" y="2513393"/>
            <a:ext cx="1198442" cy="433308"/>
          </a:xfrm>
          <a:custGeom>
            <a:avLst/>
            <a:gdLst/>
            <a:ahLst/>
            <a:cxnLst/>
            <a:rect l="l" t="t" r="r" b="b"/>
            <a:pathLst>
              <a:path w="1237614" h="518160">
                <a:moveTo>
                  <a:pt x="618744" y="0"/>
                </a:moveTo>
                <a:lnTo>
                  <a:pt x="0" y="258952"/>
                </a:lnTo>
                <a:lnTo>
                  <a:pt x="618744" y="517778"/>
                </a:lnTo>
                <a:lnTo>
                  <a:pt x="1237361" y="258952"/>
                </a:lnTo>
                <a:lnTo>
                  <a:pt x="618744" y="0"/>
                </a:lnTo>
                <a:close/>
              </a:path>
            </a:pathLst>
          </a:custGeom>
          <a:solidFill>
            <a:srgbClr val="9797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F36216B8-7DAB-F079-0362-99120934DEBA}"/>
              </a:ext>
            </a:extLst>
          </p:cNvPr>
          <p:cNvSpPr/>
          <p:nvPr/>
        </p:nvSpPr>
        <p:spPr>
          <a:xfrm>
            <a:off x="1136040" y="5444597"/>
            <a:ext cx="1700201" cy="660052"/>
          </a:xfrm>
          <a:custGeom>
            <a:avLst/>
            <a:gdLst/>
            <a:ahLst/>
            <a:cxnLst/>
            <a:rect l="l" t="t" r="r" b="b"/>
            <a:pathLst>
              <a:path w="1755775" h="789304">
                <a:moveTo>
                  <a:pt x="794004" y="452755"/>
                </a:moveTo>
                <a:lnTo>
                  <a:pt x="171958" y="133477"/>
                </a:lnTo>
                <a:lnTo>
                  <a:pt x="0" y="469773"/>
                </a:lnTo>
                <a:lnTo>
                  <a:pt x="622046" y="788924"/>
                </a:lnTo>
                <a:lnTo>
                  <a:pt x="794004" y="452755"/>
                </a:lnTo>
                <a:close/>
              </a:path>
              <a:path w="1755775" h="789304">
                <a:moveTo>
                  <a:pt x="1755267" y="326390"/>
                </a:moveTo>
                <a:lnTo>
                  <a:pt x="1565275" y="0"/>
                </a:lnTo>
                <a:lnTo>
                  <a:pt x="794004" y="450469"/>
                </a:lnTo>
                <a:lnTo>
                  <a:pt x="984123" y="776859"/>
                </a:lnTo>
                <a:lnTo>
                  <a:pt x="1755267" y="32639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0ACA005F-D9B7-D41E-0EE8-A239AD9CD43B}"/>
              </a:ext>
            </a:extLst>
          </p:cNvPr>
          <p:cNvSpPr/>
          <p:nvPr/>
        </p:nvSpPr>
        <p:spPr>
          <a:xfrm>
            <a:off x="2180879" y="3624702"/>
            <a:ext cx="598913" cy="2558963"/>
          </a:xfrm>
          <a:custGeom>
            <a:avLst/>
            <a:gdLst/>
            <a:ahLst/>
            <a:cxnLst/>
            <a:rect l="l" t="t" r="r" b="b"/>
            <a:pathLst>
              <a:path w="618489" h="3060065">
                <a:moveTo>
                  <a:pt x="618363" y="0"/>
                </a:moveTo>
                <a:lnTo>
                  <a:pt x="0" y="0"/>
                </a:lnTo>
                <a:lnTo>
                  <a:pt x="0" y="3060065"/>
                </a:lnTo>
                <a:lnTo>
                  <a:pt x="618363" y="3060065"/>
                </a:lnTo>
                <a:lnTo>
                  <a:pt x="618363" y="0"/>
                </a:lnTo>
                <a:close/>
              </a:path>
            </a:pathLst>
          </a:custGeom>
          <a:solidFill>
            <a:srgbClr val="56565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1DE27745-B113-79F1-0880-5ED32ECC6FA8}"/>
              </a:ext>
            </a:extLst>
          </p:cNvPr>
          <p:cNvSpPr/>
          <p:nvPr/>
        </p:nvSpPr>
        <p:spPr>
          <a:xfrm>
            <a:off x="2777086" y="3624702"/>
            <a:ext cx="601988" cy="2561618"/>
          </a:xfrm>
          <a:custGeom>
            <a:avLst/>
            <a:gdLst/>
            <a:ahLst/>
            <a:cxnLst/>
            <a:rect l="l" t="t" r="r" b="b"/>
            <a:pathLst>
              <a:path w="621664" h="3063240">
                <a:moveTo>
                  <a:pt x="621664" y="0"/>
                </a:moveTo>
                <a:lnTo>
                  <a:pt x="0" y="0"/>
                </a:lnTo>
                <a:lnTo>
                  <a:pt x="0" y="3063240"/>
                </a:lnTo>
                <a:lnTo>
                  <a:pt x="621664" y="3063240"/>
                </a:lnTo>
                <a:lnTo>
                  <a:pt x="621664" y="0"/>
                </a:lnTo>
                <a:close/>
              </a:path>
            </a:pathLst>
          </a:custGeom>
          <a:solidFill>
            <a:srgbClr val="7D7D7D"/>
          </a:solidFill>
        </p:spPr>
        <p:txBody>
          <a:bodyPr wrap="square" lIns="0" tIns="0" rIns="0" bIns="0" rtlCol="0"/>
          <a:lstStyle/>
          <a:p>
            <a:endParaRPr>
              <a:latin typeface="Segoe UI "/>
            </a:endParaRPr>
          </a:p>
        </p:txBody>
      </p:sp>
      <p:sp>
        <p:nvSpPr>
          <p:cNvPr id="10" name="object 15">
            <a:extLst>
              <a:ext uri="{FF2B5EF4-FFF2-40B4-BE49-F238E27FC236}">
                <a16:creationId xmlns:a16="http://schemas.microsoft.com/office/drawing/2014/main" id="{104AF8C5-841A-501D-08BA-BE39BC167151}"/>
              </a:ext>
            </a:extLst>
          </p:cNvPr>
          <p:cNvSpPr/>
          <p:nvPr/>
        </p:nvSpPr>
        <p:spPr>
          <a:xfrm>
            <a:off x="2180879" y="3402950"/>
            <a:ext cx="1198442" cy="435963"/>
          </a:xfrm>
          <a:custGeom>
            <a:avLst/>
            <a:gdLst/>
            <a:ahLst/>
            <a:cxnLst/>
            <a:rect l="l" t="t" r="r" b="b"/>
            <a:pathLst>
              <a:path w="1237614" h="521335">
                <a:moveTo>
                  <a:pt x="618744" y="0"/>
                </a:moveTo>
                <a:lnTo>
                  <a:pt x="0" y="260476"/>
                </a:lnTo>
                <a:lnTo>
                  <a:pt x="618744" y="521080"/>
                </a:lnTo>
                <a:lnTo>
                  <a:pt x="1237360" y="260476"/>
                </a:lnTo>
                <a:lnTo>
                  <a:pt x="618744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6">
            <a:extLst>
              <a:ext uri="{FF2B5EF4-FFF2-40B4-BE49-F238E27FC236}">
                <a16:creationId xmlns:a16="http://schemas.microsoft.com/office/drawing/2014/main" id="{83692832-2B95-A37A-C9E2-0880A68EAA44}"/>
              </a:ext>
            </a:extLst>
          </p:cNvPr>
          <p:cNvSpPr/>
          <p:nvPr/>
        </p:nvSpPr>
        <p:spPr>
          <a:xfrm>
            <a:off x="1835550" y="5817813"/>
            <a:ext cx="2250793" cy="517209"/>
          </a:xfrm>
          <a:custGeom>
            <a:avLst/>
            <a:gdLst/>
            <a:ahLst/>
            <a:cxnLst/>
            <a:rect l="l" t="t" r="r" b="b"/>
            <a:pathLst>
              <a:path w="2155190" h="618489">
                <a:moveTo>
                  <a:pt x="1741805" y="0"/>
                </a:moveTo>
                <a:lnTo>
                  <a:pt x="971550" y="449452"/>
                </a:lnTo>
                <a:lnTo>
                  <a:pt x="973328" y="452627"/>
                </a:lnTo>
                <a:lnTo>
                  <a:pt x="350266" y="133095"/>
                </a:lnTo>
                <a:lnTo>
                  <a:pt x="293878" y="243204"/>
                </a:lnTo>
                <a:lnTo>
                  <a:pt x="71247" y="129031"/>
                </a:lnTo>
                <a:lnTo>
                  <a:pt x="0" y="268096"/>
                </a:lnTo>
                <a:lnTo>
                  <a:pt x="664083" y="608634"/>
                </a:lnTo>
                <a:lnTo>
                  <a:pt x="720598" y="498525"/>
                </a:lnTo>
                <a:lnTo>
                  <a:pt x="943102" y="612635"/>
                </a:lnTo>
                <a:lnTo>
                  <a:pt x="1000887" y="499884"/>
                </a:lnTo>
                <a:lnTo>
                  <a:pt x="1064260" y="608634"/>
                </a:lnTo>
                <a:lnTo>
                  <a:pt x="1298956" y="471677"/>
                </a:lnTo>
                <a:lnTo>
                  <a:pt x="1384427" y="618147"/>
                </a:lnTo>
                <a:lnTo>
                  <a:pt x="2154682" y="168655"/>
                </a:lnTo>
                <a:lnTo>
                  <a:pt x="2061845" y="9524"/>
                </a:lnTo>
                <a:lnTo>
                  <a:pt x="1827149" y="146430"/>
                </a:lnTo>
                <a:lnTo>
                  <a:pt x="1741805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097DE9-967E-C361-6F32-1F72CC629886}"/>
              </a:ext>
            </a:extLst>
          </p:cNvPr>
          <p:cNvSpPr/>
          <p:nvPr/>
        </p:nvSpPr>
        <p:spPr>
          <a:xfrm rot="17623536">
            <a:off x="551490" y="5851494"/>
            <a:ext cx="983634" cy="150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bg object 16">
            <a:extLst>
              <a:ext uri="{FF2B5EF4-FFF2-40B4-BE49-F238E27FC236}">
                <a16:creationId xmlns:a16="http://schemas.microsoft.com/office/drawing/2014/main" id="{7BF16225-5597-7E0E-4E1C-72C86A3ACE30}"/>
              </a:ext>
            </a:extLst>
          </p:cNvPr>
          <p:cNvSpPr>
            <a:spLocks noChangeAspect="1"/>
          </p:cNvSpPr>
          <p:nvPr/>
        </p:nvSpPr>
        <p:spPr>
          <a:xfrm>
            <a:off x="3030917" y="2027249"/>
            <a:ext cx="284042" cy="288000"/>
          </a:xfrm>
          <a:custGeom>
            <a:avLst/>
            <a:gdLst/>
            <a:ahLst/>
            <a:cxnLst/>
            <a:rect l="l" t="t" r="r" b="b"/>
            <a:pathLst>
              <a:path w="525780" h="525780">
                <a:moveTo>
                  <a:pt x="262839" y="0"/>
                </a:moveTo>
                <a:lnTo>
                  <a:pt x="525678" y="262763"/>
                </a:lnTo>
                <a:lnTo>
                  <a:pt x="262839" y="525652"/>
                </a:lnTo>
                <a:lnTo>
                  <a:pt x="0" y="262763"/>
                </a:lnTo>
                <a:lnTo>
                  <a:pt x="262839" y="0"/>
                </a:lnTo>
                <a:close/>
              </a:path>
            </a:pathLst>
          </a:custGeom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0" name="bg object 16">
            <a:extLst>
              <a:ext uri="{FF2B5EF4-FFF2-40B4-BE49-F238E27FC236}">
                <a16:creationId xmlns:a16="http://schemas.microsoft.com/office/drawing/2014/main" id="{BA6D6285-BB5F-2488-461C-271BC4397851}"/>
              </a:ext>
            </a:extLst>
          </p:cNvPr>
          <p:cNvSpPr>
            <a:spLocks noChangeAspect="1"/>
          </p:cNvSpPr>
          <p:nvPr/>
        </p:nvSpPr>
        <p:spPr>
          <a:xfrm>
            <a:off x="4023094" y="3124626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525780" h="525780">
                <a:moveTo>
                  <a:pt x="262839" y="0"/>
                </a:moveTo>
                <a:lnTo>
                  <a:pt x="525678" y="262763"/>
                </a:lnTo>
                <a:lnTo>
                  <a:pt x="262839" y="525652"/>
                </a:lnTo>
                <a:lnTo>
                  <a:pt x="0" y="262763"/>
                </a:lnTo>
                <a:lnTo>
                  <a:pt x="262839" y="0"/>
                </a:lnTo>
                <a:close/>
              </a:path>
            </a:pathLst>
          </a:custGeom>
          <a:ln w="38100">
            <a:solidFill>
              <a:srgbClr val="262626"/>
            </a:solidFill>
          </a:ln>
        </p:spPr>
        <p:txBody>
          <a:bodyPr wrap="square" lIns="0" tIns="0" rIns="0" bIns="0" rtlCol="0"/>
          <a:lstStyle/>
          <a:p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3" name="bg object 16">
            <a:extLst>
              <a:ext uri="{FF2B5EF4-FFF2-40B4-BE49-F238E27FC236}">
                <a16:creationId xmlns:a16="http://schemas.microsoft.com/office/drawing/2014/main" id="{DFEE0834-7E3F-3BA6-A40C-5AE2CECA56EF}"/>
              </a:ext>
            </a:extLst>
          </p:cNvPr>
          <p:cNvSpPr>
            <a:spLocks noChangeAspect="1"/>
          </p:cNvSpPr>
          <p:nvPr/>
        </p:nvSpPr>
        <p:spPr>
          <a:xfrm>
            <a:off x="5019229" y="4222004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525780" h="525780">
                <a:moveTo>
                  <a:pt x="262839" y="0"/>
                </a:moveTo>
                <a:lnTo>
                  <a:pt x="525678" y="262763"/>
                </a:lnTo>
                <a:lnTo>
                  <a:pt x="262839" y="525652"/>
                </a:lnTo>
                <a:lnTo>
                  <a:pt x="0" y="262763"/>
                </a:lnTo>
                <a:lnTo>
                  <a:pt x="262839" y="0"/>
                </a:lnTo>
                <a:close/>
              </a:path>
            </a:pathLst>
          </a:cu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" name="object 17">
            <a:extLst>
              <a:ext uri="{FF2B5EF4-FFF2-40B4-BE49-F238E27FC236}">
                <a16:creationId xmlns:a16="http://schemas.microsoft.com/office/drawing/2014/main" id="{0B60CB12-D1A9-A82C-8D35-495A37F9680A}"/>
              </a:ext>
            </a:extLst>
          </p:cNvPr>
          <p:cNvSpPr/>
          <p:nvPr/>
        </p:nvSpPr>
        <p:spPr>
          <a:xfrm>
            <a:off x="3030917" y="4723266"/>
            <a:ext cx="598913" cy="1852712"/>
          </a:xfrm>
          <a:custGeom>
            <a:avLst/>
            <a:gdLst/>
            <a:ahLst/>
            <a:cxnLst/>
            <a:rect l="l" t="t" r="r" b="b"/>
            <a:pathLst>
              <a:path w="618489" h="2215515">
                <a:moveTo>
                  <a:pt x="618363" y="0"/>
                </a:moveTo>
                <a:lnTo>
                  <a:pt x="0" y="0"/>
                </a:lnTo>
                <a:lnTo>
                  <a:pt x="0" y="2215388"/>
                </a:lnTo>
                <a:lnTo>
                  <a:pt x="618363" y="2215388"/>
                </a:lnTo>
                <a:lnTo>
                  <a:pt x="618363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>
              <a:latin typeface="Segoe UI "/>
            </a:endParaRPr>
          </a:p>
        </p:txBody>
      </p:sp>
      <p:sp>
        <p:nvSpPr>
          <p:cNvPr id="29" name="object 18">
            <a:extLst>
              <a:ext uri="{FF2B5EF4-FFF2-40B4-BE49-F238E27FC236}">
                <a16:creationId xmlns:a16="http://schemas.microsoft.com/office/drawing/2014/main" id="{451E9768-0D22-D8AA-6B98-8FD68D7B8056}"/>
              </a:ext>
            </a:extLst>
          </p:cNvPr>
          <p:cNvSpPr/>
          <p:nvPr/>
        </p:nvSpPr>
        <p:spPr>
          <a:xfrm>
            <a:off x="3630076" y="4723266"/>
            <a:ext cx="598913" cy="1852712"/>
          </a:xfrm>
          <a:custGeom>
            <a:avLst/>
            <a:gdLst/>
            <a:ahLst/>
            <a:cxnLst/>
            <a:rect l="l" t="t" r="r" b="b"/>
            <a:pathLst>
              <a:path w="618489" h="2215515">
                <a:moveTo>
                  <a:pt x="618363" y="0"/>
                </a:moveTo>
                <a:lnTo>
                  <a:pt x="0" y="0"/>
                </a:lnTo>
                <a:lnTo>
                  <a:pt x="0" y="2215388"/>
                </a:lnTo>
                <a:lnTo>
                  <a:pt x="618363" y="2215388"/>
                </a:lnTo>
                <a:lnTo>
                  <a:pt x="61836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latin typeface="Segoe UI "/>
            </a:endParaRPr>
          </a:p>
        </p:txBody>
      </p:sp>
      <p:sp>
        <p:nvSpPr>
          <p:cNvPr id="30" name="object 19">
            <a:extLst>
              <a:ext uri="{FF2B5EF4-FFF2-40B4-BE49-F238E27FC236}">
                <a16:creationId xmlns:a16="http://schemas.microsoft.com/office/drawing/2014/main" id="{630822DB-8B1D-924B-F29A-D06C527A248F}"/>
              </a:ext>
            </a:extLst>
          </p:cNvPr>
          <p:cNvSpPr/>
          <p:nvPr/>
        </p:nvSpPr>
        <p:spPr>
          <a:xfrm>
            <a:off x="2738717" y="4493867"/>
            <a:ext cx="2021794" cy="2268497"/>
          </a:xfrm>
          <a:custGeom>
            <a:avLst/>
            <a:gdLst/>
            <a:ahLst/>
            <a:cxnLst/>
            <a:rect l="l" t="t" r="r" b="b"/>
            <a:pathLst>
              <a:path w="2087879" h="2712720">
                <a:moveTo>
                  <a:pt x="1539875" y="260096"/>
                </a:moveTo>
                <a:lnTo>
                  <a:pt x="920750" y="0"/>
                </a:lnTo>
                <a:lnTo>
                  <a:pt x="301625" y="260096"/>
                </a:lnTo>
                <a:lnTo>
                  <a:pt x="920750" y="520192"/>
                </a:lnTo>
                <a:lnTo>
                  <a:pt x="1539875" y="260096"/>
                </a:lnTo>
                <a:close/>
              </a:path>
              <a:path w="2087879" h="2712720">
                <a:moveTo>
                  <a:pt x="2087372" y="2262441"/>
                </a:moveTo>
                <a:lnTo>
                  <a:pt x="1935226" y="2001647"/>
                </a:lnTo>
                <a:lnTo>
                  <a:pt x="1619377" y="2185911"/>
                </a:lnTo>
                <a:lnTo>
                  <a:pt x="1571879" y="2104326"/>
                </a:lnTo>
                <a:lnTo>
                  <a:pt x="903605" y="2494254"/>
                </a:lnTo>
                <a:lnTo>
                  <a:pt x="301498" y="2185644"/>
                </a:lnTo>
                <a:lnTo>
                  <a:pt x="257302" y="2272119"/>
                </a:lnTo>
                <a:lnTo>
                  <a:pt x="76708" y="2179599"/>
                </a:lnTo>
                <a:lnTo>
                  <a:pt x="0" y="2329599"/>
                </a:lnTo>
                <a:lnTo>
                  <a:pt x="621792" y="2648331"/>
                </a:lnTo>
                <a:lnTo>
                  <a:pt x="672719" y="2549067"/>
                </a:lnTo>
                <a:lnTo>
                  <a:pt x="851408" y="2640723"/>
                </a:lnTo>
                <a:lnTo>
                  <a:pt x="882269" y="2693606"/>
                </a:lnTo>
                <a:lnTo>
                  <a:pt x="1198245" y="2509291"/>
                </a:lnTo>
                <a:lnTo>
                  <a:pt x="1316482" y="2712186"/>
                </a:lnTo>
                <a:lnTo>
                  <a:pt x="2087372" y="2262441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9346FF3A-1FC6-0A4A-2517-5DD6D9C55E1B}"/>
              </a:ext>
            </a:extLst>
          </p:cNvPr>
          <p:cNvSpPr/>
          <p:nvPr/>
        </p:nvSpPr>
        <p:spPr>
          <a:xfrm rot="12236437">
            <a:off x="912318" y="6128103"/>
            <a:ext cx="3094960" cy="1098585"/>
          </a:xfrm>
          <a:prstGeom prst="triangle">
            <a:avLst>
              <a:gd name="adj" fmla="val 8258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9DAD5F-1922-7713-8E84-00B3CB60C995}"/>
              </a:ext>
            </a:extLst>
          </p:cNvPr>
          <p:cNvSpPr txBox="1"/>
          <p:nvPr/>
        </p:nvSpPr>
        <p:spPr>
          <a:xfrm>
            <a:off x="3379074" y="1865899"/>
            <a:ext cx="624906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Detecção imediata do acidente</a:t>
            </a:r>
          </a:p>
          <a:p>
            <a:r>
              <a:rPr lang="pt-BR" sz="1500" i="1" dirty="0"/>
              <a:t>Sensor identifica padrões bruscos de movimento e ativa o protocolo.</a:t>
            </a:r>
            <a:endParaRPr lang="pt-BR" sz="15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8F7DB0-1BF4-12AD-1FFF-A68015FC113F}"/>
              </a:ext>
            </a:extLst>
          </p:cNvPr>
          <p:cNvSpPr txBox="1"/>
          <p:nvPr/>
        </p:nvSpPr>
        <p:spPr>
          <a:xfrm>
            <a:off x="4417299" y="2890254"/>
            <a:ext cx="624906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Registro da cena com prova visual</a:t>
            </a:r>
          </a:p>
          <a:p>
            <a:r>
              <a:rPr lang="pt-BR" sz="1500" i="1" dirty="0"/>
              <a:t>A câmera capta a placa do veículo envolvido e o contexto do acidente</a:t>
            </a:r>
            <a:endParaRPr lang="pt-BR" sz="15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1186AE-5DCE-F250-B7CF-49330F5D4F59}"/>
              </a:ext>
            </a:extLst>
          </p:cNvPr>
          <p:cNvSpPr txBox="1"/>
          <p:nvPr/>
        </p:nvSpPr>
        <p:spPr>
          <a:xfrm>
            <a:off x="5565946" y="4021901"/>
            <a:ext cx="66260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Alerta automático via app</a:t>
            </a:r>
          </a:p>
          <a:p>
            <a:r>
              <a:rPr lang="pt-BR" sz="1500" i="1" dirty="0"/>
              <a:t>Os dados são enviados em tempo real para contatos de emergência ou autoridades.</a:t>
            </a:r>
            <a:endParaRPr lang="pt-BR" sz="15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ED86B1D-462E-A4B3-4A18-4B2E00626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060" y="1917260"/>
            <a:ext cx="832731" cy="83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âmera ">
            <a:extLst>
              <a:ext uri="{FF2B5EF4-FFF2-40B4-BE49-F238E27FC236}">
                <a16:creationId xmlns:a16="http://schemas.microsoft.com/office/drawing/2014/main" id="{14AC37EA-650E-3A20-6D34-E75759954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054" y="3020929"/>
            <a:ext cx="625643" cy="625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atélite ">
            <a:extLst>
              <a:ext uri="{FF2B5EF4-FFF2-40B4-BE49-F238E27FC236}">
                <a16:creationId xmlns:a16="http://schemas.microsoft.com/office/drawing/2014/main" id="{523E6C6F-8A8C-D190-9BFC-09E86FA37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304" y="4002004"/>
            <a:ext cx="625643" cy="625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924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10D846-934B-2FB7-5956-D0AFAF8BDF3D}"/>
              </a:ext>
            </a:extLst>
          </p:cNvPr>
          <p:cNvSpPr/>
          <p:nvPr/>
        </p:nvSpPr>
        <p:spPr>
          <a:xfrm>
            <a:off x="895350" y="1295400"/>
            <a:ext cx="5372100" cy="4962525"/>
          </a:xfrm>
          <a:prstGeom prst="roundRect">
            <a:avLst>
              <a:gd name="adj" fmla="val 360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2AED3E-3A79-0888-0405-9D7CFF2BF66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Sensor de movimento embarcado identifica quedas em tempo real por meio da análise de aceleração e rotação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896B05-0233-63AC-3ADA-2737156B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800" y="290591"/>
            <a:ext cx="8645400" cy="520912"/>
          </a:xfrm>
        </p:spPr>
        <p:txBody>
          <a:bodyPr/>
          <a:lstStyle/>
          <a:p>
            <a:r>
              <a:rPr lang="pt-BR" sz="2400" dirty="0"/>
              <a:t>Detecção imediata do acidente</a:t>
            </a:r>
            <a:endParaRPr lang="pt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6F259-FB95-BF6E-0F53-08E655F4B8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Tecnologia embarcada na identificação do acidente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694AFB-4D1B-1188-B7C3-2FD4313383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dirty="0"/>
              <a:t>O tempo de detecção menor pode garantir a sobrevivência da vítima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EA125B-5A83-65B8-CD54-F616B99B17B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45288" y="1825646"/>
            <a:ext cx="4871816" cy="246888"/>
          </a:xfrm>
        </p:spPr>
        <p:txBody>
          <a:bodyPr/>
          <a:lstStyle/>
          <a:p>
            <a:r>
              <a:rPr lang="pt-BR" dirty="0"/>
              <a:t>Chance de sobrevivência para acidentes graves X tempo de detecção</a:t>
            </a:r>
          </a:p>
        </p:txBody>
      </p:sp>
      <p:graphicFrame>
        <p:nvGraphicFramePr>
          <p:cNvPr id="13" name="Chart Placeholder 12">
            <a:extLst>
              <a:ext uri="{FF2B5EF4-FFF2-40B4-BE49-F238E27FC236}">
                <a16:creationId xmlns:a16="http://schemas.microsoft.com/office/drawing/2014/main" id="{4AD6695C-3438-270A-1754-7833616E570B}"/>
              </a:ext>
            </a:extLst>
          </p:cNvPr>
          <p:cNvGraphicFramePr>
            <a:graphicFrameLocks noGrp="1"/>
          </p:cNvGraphicFramePr>
          <p:nvPr>
            <p:ph type="chart" sz="quarter" idx="27"/>
            <p:extLst>
              <p:ext uri="{D42A27DB-BD31-4B8C-83A1-F6EECF244321}">
                <p14:modId xmlns:p14="http://schemas.microsoft.com/office/powerpoint/2010/main" val="436947495"/>
              </p:ext>
            </p:extLst>
          </p:nvPr>
        </p:nvGraphicFramePr>
        <p:xfrm>
          <a:off x="6745288" y="1949450"/>
          <a:ext cx="4872037" cy="423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Rectangle: Rounded Corners 20">
            <a:extLst>
              <a:ext uri="{FF2B5EF4-FFF2-40B4-BE49-F238E27FC236}">
                <a16:creationId xmlns:a16="http://schemas.microsoft.com/office/drawing/2014/main" id="{6BE1E0E0-B35B-2A35-C167-EC5791719D35}"/>
              </a:ext>
            </a:extLst>
          </p:cNvPr>
          <p:cNvSpPr/>
          <p:nvPr/>
        </p:nvSpPr>
        <p:spPr>
          <a:xfrm>
            <a:off x="972245" y="1390285"/>
            <a:ext cx="230754" cy="21241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: Rounded Corners 21">
            <a:extLst>
              <a:ext uri="{FF2B5EF4-FFF2-40B4-BE49-F238E27FC236}">
                <a16:creationId xmlns:a16="http://schemas.microsoft.com/office/drawing/2014/main" id="{B99B096C-11EF-F278-21AE-02ABFCAB4A40}"/>
              </a:ext>
            </a:extLst>
          </p:cNvPr>
          <p:cNvSpPr/>
          <p:nvPr/>
        </p:nvSpPr>
        <p:spPr>
          <a:xfrm>
            <a:off x="999934" y="1417000"/>
            <a:ext cx="242674" cy="2268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C3C7BE1-D5C6-09B0-A3D1-13021A020071}"/>
              </a:ext>
            </a:extLst>
          </p:cNvPr>
          <p:cNvSpPr/>
          <p:nvPr/>
        </p:nvSpPr>
        <p:spPr>
          <a:xfrm>
            <a:off x="1242608" y="2380790"/>
            <a:ext cx="504000" cy="504000"/>
          </a:xfrm>
          <a:prstGeom prst="ellipse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B2DD3A-4844-FCCB-E6DF-053F8239A89F}"/>
              </a:ext>
            </a:extLst>
          </p:cNvPr>
          <p:cNvSpPr/>
          <p:nvPr/>
        </p:nvSpPr>
        <p:spPr>
          <a:xfrm>
            <a:off x="1242608" y="3402407"/>
            <a:ext cx="504000" cy="504000"/>
          </a:xfrm>
          <a:prstGeom prst="ellipse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39D3484-1018-5C16-5AFB-CD3D180C28AC}"/>
              </a:ext>
            </a:extLst>
          </p:cNvPr>
          <p:cNvSpPr/>
          <p:nvPr/>
        </p:nvSpPr>
        <p:spPr>
          <a:xfrm>
            <a:off x="1242608" y="4424024"/>
            <a:ext cx="504000" cy="504000"/>
          </a:xfrm>
          <a:prstGeom prst="ellipse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767D223-43D7-6FD5-2E33-1EEEEFBF9424}"/>
              </a:ext>
            </a:extLst>
          </p:cNvPr>
          <p:cNvSpPr/>
          <p:nvPr/>
        </p:nvSpPr>
        <p:spPr>
          <a:xfrm>
            <a:off x="1242608" y="5445641"/>
            <a:ext cx="504000" cy="504000"/>
          </a:xfrm>
          <a:prstGeom prst="ellipse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73AF32C-6E38-6541-B7CC-634C5ED265CD}"/>
              </a:ext>
            </a:extLst>
          </p:cNvPr>
          <p:cNvCxnSpPr>
            <a:cxnSpLocks/>
          </p:cNvCxnSpPr>
          <p:nvPr/>
        </p:nvCxnSpPr>
        <p:spPr>
          <a:xfrm>
            <a:off x="1494608" y="2884790"/>
            <a:ext cx="0" cy="517617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32E156-09B9-8514-43DE-7C8349C1A7E8}"/>
              </a:ext>
            </a:extLst>
          </p:cNvPr>
          <p:cNvCxnSpPr>
            <a:cxnSpLocks/>
          </p:cNvCxnSpPr>
          <p:nvPr/>
        </p:nvCxnSpPr>
        <p:spPr>
          <a:xfrm>
            <a:off x="1494608" y="3906407"/>
            <a:ext cx="0" cy="517617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0386D-0C04-227C-AD96-93FEEBB09A0C}"/>
              </a:ext>
            </a:extLst>
          </p:cNvPr>
          <p:cNvCxnSpPr>
            <a:cxnSpLocks/>
          </p:cNvCxnSpPr>
          <p:nvPr/>
        </p:nvCxnSpPr>
        <p:spPr>
          <a:xfrm>
            <a:off x="1494608" y="4928024"/>
            <a:ext cx="0" cy="517617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D38BAE-3EF1-507D-2BA9-24A3DE016780}"/>
              </a:ext>
            </a:extLst>
          </p:cNvPr>
          <p:cNvCxnSpPr>
            <a:cxnSpLocks/>
          </p:cNvCxnSpPr>
          <p:nvPr/>
        </p:nvCxnSpPr>
        <p:spPr>
          <a:xfrm flipV="1">
            <a:off x="1746608" y="2649287"/>
            <a:ext cx="347258" cy="0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8FC7717-956E-9F14-01CC-36B0C5108E05}"/>
              </a:ext>
            </a:extLst>
          </p:cNvPr>
          <p:cNvCxnSpPr>
            <a:cxnSpLocks/>
          </p:cNvCxnSpPr>
          <p:nvPr/>
        </p:nvCxnSpPr>
        <p:spPr>
          <a:xfrm flipV="1">
            <a:off x="1746608" y="3654407"/>
            <a:ext cx="347258" cy="0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57280C-2B9C-3AF2-0C0F-D92084A8A322}"/>
              </a:ext>
            </a:extLst>
          </p:cNvPr>
          <p:cNvCxnSpPr>
            <a:cxnSpLocks/>
          </p:cNvCxnSpPr>
          <p:nvPr/>
        </p:nvCxnSpPr>
        <p:spPr>
          <a:xfrm flipV="1">
            <a:off x="1746608" y="4682356"/>
            <a:ext cx="347258" cy="0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388931-828B-88DA-CE8E-5BC502629E58}"/>
              </a:ext>
            </a:extLst>
          </p:cNvPr>
          <p:cNvCxnSpPr>
            <a:cxnSpLocks/>
          </p:cNvCxnSpPr>
          <p:nvPr/>
        </p:nvCxnSpPr>
        <p:spPr>
          <a:xfrm flipV="1">
            <a:off x="1746608" y="5697641"/>
            <a:ext cx="347258" cy="0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21A2CF2-E71F-5DD7-D09C-A8EA97F5794C}"/>
              </a:ext>
            </a:extLst>
          </p:cNvPr>
          <p:cNvSpPr txBox="1"/>
          <p:nvPr/>
        </p:nvSpPr>
        <p:spPr>
          <a:xfrm>
            <a:off x="2159157" y="2367113"/>
            <a:ext cx="40430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Leitura contínua dos eixos</a:t>
            </a:r>
          </a:p>
          <a:p>
            <a:r>
              <a:rPr lang="pt-BR" sz="1400" i="1" dirty="0"/>
              <a:t>Sensor capta aceleração e rotação em tempo real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6E2216-6717-61A7-434F-88454A7E53A8}"/>
              </a:ext>
            </a:extLst>
          </p:cNvPr>
          <p:cNvSpPr txBox="1"/>
          <p:nvPr/>
        </p:nvSpPr>
        <p:spPr>
          <a:xfrm>
            <a:off x="2093866" y="3279851"/>
            <a:ext cx="417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Identificação de padrões anormais</a:t>
            </a:r>
          </a:p>
          <a:p>
            <a:r>
              <a:rPr lang="pt-BR" sz="1400" i="1" dirty="0"/>
              <a:t>Sistema detecta picos bruscos fora do padrão de pilotagem</a:t>
            </a:r>
            <a:endParaRPr lang="pt-BR" sz="1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17115F-BAD1-CEF2-B4FC-36A3D0AC09E3}"/>
              </a:ext>
            </a:extLst>
          </p:cNvPr>
          <p:cNvSpPr txBox="1"/>
          <p:nvPr/>
        </p:nvSpPr>
        <p:spPr>
          <a:xfrm>
            <a:off x="2159157" y="4291303"/>
            <a:ext cx="40430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Comparação com limiares calibrados</a:t>
            </a:r>
          </a:p>
          <a:p>
            <a:r>
              <a:rPr lang="pt-BR" sz="1400" i="1" dirty="0"/>
              <a:t>Queda é confirmada quando ultrapassa valores críticos pré-definidos</a:t>
            </a:r>
            <a:endParaRPr lang="pt-BR" sz="1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D0586D-BFF3-4212-9A24-B385F279A596}"/>
              </a:ext>
            </a:extLst>
          </p:cNvPr>
          <p:cNvSpPr txBox="1"/>
          <p:nvPr/>
        </p:nvSpPr>
        <p:spPr>
          <a:xfrm>
            <a:off x="2159157" y="5333356"/>
            <a:ext cx="40430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Ativação automática do protocolo</a:t>
            </a:r>
          </a:p>
          <a:p>
            <a:r>
              <a:rPr lang="pt-BR" sz="1400" i="1" dirty="0"/>
              <a:t>Ao confirmar a queda, o sistema aciona os próximos módulos</a:t>
            </a:r>
            <a:endParaRPr lang="pt-BR" sz="1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098" name="Picture 2" descr="entrega rápida ">
            <a:extLst>
              <a:ext uri="{FF2B5EF4-FFF2-40B4-BE49-F238E27FC236}">
                <a16:creationId xmlns:a16="http://schemas.microsoft.com/office/drawing/2014/main" id="{F959647A-25D7-DC05-3C0E-9EB77BBCA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239" y="2424764"/>
            <a:ext cx="427323" cy="42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lerta ">
            <a:extLst>
              <a:ext uri="{FF2B5EF4-FFF2-40B4-BE49-F238E27FC236}">
                <a16:creationId xmlns:a16="http://schemas.microsoft.com/office/drawing/2014/main" id="{2E3C7B55-5308-7ED8-5ED3-B9661EE8B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898" y="3478023"/>
            <a:ext cx="321054" cy="32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tualização do sistema ">
            <a:extLst>
              <a:ext uri="{FF2B5EF4-FFF2-40B4-BE49-F238E27FC236}">
                <a16:creationId xmlns:a16="http://schemas.microsoft.com/office/drawing/2014/main" id="{A6A1131F-8760-711E-35ED-3DB5FD2BF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188" y="4482538"/>
            <a:ext cx="388475" cy="38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lista ">
            <a:extLst>
              <a:ext uri="{FF2B5EF4-FFF2-40B4-BE49-F238E27FC236}">
                <a16:creationId xmlns:a16="http://schemas.microsoft.com/office/drawing/2014/main" id="{D742E676-5D84-F11D-BEFA-92740471F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846" y="5528896"/>
            <a:ext cx="353159" cy="35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140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73889E-335F-3C65-E924-E380F4647B7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Após a detecção da queda, o sistema aciona automaticamente uma câmera para capturar a placa e o contexto do acidente.</a:t>
            </a:r>
          </a:p>
          <a:p>
            <a:endParaRPr lang="pt-B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63FD83-5123-3F57-62A3-9C971A2A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800" y="290591"/>
            <a:ext cx="8645400" cy="520912"/>
          </a:xfrm>
        </p:spPr>
        <p:txBody>
          <a:bodyPr/>
          <a:lstStyle/>
          <a:p>
            <a:r>
              <a:rPr lang="pt-BR" sz="2400" dirty="0"/>
              <a:t>Registro da cena com prova visual</a:t>
            </a:r>
            <a:endParaRPr lang="pt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C4DB4-D29F-A63A-A90A-CE4CEE571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BE744-BB6A-FE7E-2325-4BAA54D90C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C4CA83EF-55AA-74CE-69DA-8B6BB49C3CA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651A71-5980-7B0B-6A4B-7C0FB342D90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dirty="0"/>
              <a:t>Captura oportuna do momento do acidente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6B8675-0A5F-62A3-F21C-6A0C6F12501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dirty="0"/>
              <a:t>Esquema resumido da captura de prova visual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9BBAC7-B3D9-044F-9DE2-97A6CCB04ADC}"/>
              </a:ext>
            </a:extLst>
          </p:cNvPr>
          <p:cNvSpPr/>
          <p:nvPr/>
        </p:nvSpPr>
        <p:spPr>
          <a:xfrm>
            <a:off x="895350" y="1295400"/>
            <a:ext cx="5372100" cy="4962525"/>
          </a:xfrm>
          <a:prstGeom prst="roundRect">
            <a:avLst>
              <a:gd name="adj" fmla="val 360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F93890-E38A-EAFB-9138-54942271E0C6}"/>
              </a:ext>
            </a:extLst>
          </p:cNvPr>
          <p:cNvSpPr/>
          <p:nvPr/>
        </p:nvSpPr>
        <p:spPr>
          <a:xfrm>
            <a:off x="1242608" y="2380790"/>
            <a:ext cx="504000" cy="504000"/>
          </a:xfrm>
          <a:prstGeom prst="ellipse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750D6A-5856-820B-96FA-AAFC6644B9AE}"/>
              </a:ext>
            </a:extLst>
          </p:cNvPr>
          <p:cNvSpPr/>
          <p:nvPr/>
        </p:nvSpPr>
        <p:spPr>
          <a:xfrm>
            <a:off x="1242608" y="3402407"/>
            <a:ext cx="504000" cy="504000"/>
          </a:xfrm>
          <a:prstGeom prst="ellipse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1CA6D06-00B9-71C4-5750-CA6339D5DF5E}"/>
              </a:ext>
            </a:extLst>
          </p:cNvPr>
          <p:cNvSpPr/>
          <p:nvPr/>
        </p:nvSpPr>
        <p:spPr>
          <a:xfrm>
            <a:off x="1242608" y="4424024"/>
            <a:ext cx="504000" cy="504000"/>
          </a:xfrm>
          <a:prstGeom prst="ellipse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6D84AE-700E-D68A-FD3A-2F667A78D623}"/>
              </a:ext>
            </a:extLst>
          </p:cNvPr>
          <p:cNvSpPr/>
          <p:nvPr/>
        </p:nvSpPr>
        <p:spPr>
          <a:xfrm>
            <a:off x="1242608" y="5445641"/>
            <a:ext cx="504000" cy="504000"/>
          </a:xfrm>
          <a:prstGeom prst="ellipse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7CAA13-AABA-E760-6A08-0D3FF0F6CEFA}"/>
              </a:ext>
            </a:extLst>
          </p:cNvPr>
          <p:cNvCxnSpPr>
            <a:cxnSpLocks/>
          </p:cNvCxnSpPr>
          <p:nvPr/>
        </p:nvCxnSpPr>
        <p:spPr>
          <a:xfrm>
            <a:off x="1494608" y="2884790"/>
            <a:ext cx="0" cy="517617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AEEEE5-6E74-8970-4A94-9CE280BFC3E4}"/>
              </a:ext>
            </a:extLst>
          </p:cNvPr>
          <p:cNvCxnSpPr>
            <a:cxnSpLocks/>
          </p:cNvCxnSpPr>
          <p:nvPr/>
        </p:nvCxnSpPr>
        <p:spPr>
          <a:xfrm>
            <a:off x="1494608" y="3906407"/>
            <a:ext cx="0" cy="517617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769F5F-CED0-039C-1C82-E7946444427F}"/>
              </a:ext>
            </a:extLst>
          </p:cNvPr>
          <p:cNvCxnSpPr>
            <a:cxnSpLocks/>
          </p:cNvCxnSpPr>
          <p:nvPr/>
        </p:nvCxnSpPr>
        <p:spPr>
          <a:xfrm>
            <a:off x="1494608" y="4928024"/>
            <a:ext cx="0" cy="517617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56B71EE-A110-FB10-6245-815F8634B56A}"/>
              </a:ext>
            </a:extLst>
          </p:cNvPr>
          <p:cNvCxnSpPr>
            <a:cxnSpLocks/>
          </p:cNvCxnSpPr>
          <p:nvPr/>
        </p:nvCxnSpPr>
        <p:spPr>
          <a:xfrm flipV="1">
            <a:off x="1746608" y="2649287"/>
            <a:ext cx="347258" cy="0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71D34B-FE70-17A7-3640-EE0C4519899B}"/>
              </a:ext>
            </a:extLst>
          </p:cNvPr>
          <p:cNvCxnSpPr>
            <a:cxnSpLocks/>
          </p:cNvCxnSpPr>
          <p:nvPr/>
        </p:nvCxnSpPr>
        <p:spPr>
          <a:xfrm flipV="1">
            <a:off x="1746608" y="3654407"/>
            <a:ext cx="347258" cy="0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D1D6C90-0544-C922-128E-F3F85D898D78}"/>
              </a:ext>
            </a:extLst>
          </p:cNvPr>
          <p:cNvCxnSpPr>
            <a:cxnSpLocks/>
          </p:cNvCxnSpPr>
          <p:nvPr/>
        </p:nvCxnSpPr>
        <p:spPr>
          <a:xfrm flipV="1">
            <a:off x="1746608" y="4682356"/>
            <a:ext cx="347258" cy="0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F443BB-3E7D-1C47-A029-5889D6AE6916}"/>
              </a:ext>
            </a:extLst>
          </p:cNvPr>
          <p:cNvCxnSpPr>
            <a:cxnSpLocks/>
          </p:cNvCxnSpPr>
          <p:nvPr/>
        </p:nvCxnSpPr>
        <p:spPr>
          <a:xfrm flipV="1">
            <a:off x="1746608" y="5697641"/>
            <a:ext cx="347258" cy="0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DBA9DA-3827-B64C-6CB4-F9276474F189}"/>
              </a:ext>
            </a:extLst>
          </p:cNvPr>
          <p:cNvSpPr txBox="1"/>
          <p:nvPr/>
        </p:nvSpPr>
        <p:spPr>
          <a:xfrm>
            <a:off x="2159157" y="2367113"/>
            <a:ext cx="40430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Câmera grande angular acoplada</a:t>
            </a:r>
          </a:p>
          <a:p>
            <a:r>
              <a:rPr lang="pt-BR" sz="1400" i="1" dirty="0"/>
              <a:t>Lente </a:t>
            </a:r>
            <a:r>
              <a:rPr lang="pt-BR" sz="1400" i="1" dirty="0" err="1"/>
              <a:t>wide-angle</a:t>
            </a:r>
            <a:r>
              <a:rPr lang="pt-BR" sz="1400" i="1" dirty="0"/>
              <a:t> 160° permite capturar a traseira do veículo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AB82B1-9867-0570-7A36-7E08C08CBAA6}"/>
              </a:ext>
            </a:extLst>
          </p:cNvPr>
          <p:cNvSpPr txBox="1"/>
          <p:nvPr/>
        </p:nvSpPr>
        <p:spPr>
          <a:xfrm>
            <a:off x="2093866" y="3279851"/>
            <a:ext cx="417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Ativação automática via microcontrolador</a:t>
            </a:r>
          </a:p>
          <a:p>
            <a:r>
              <a:rPr lang="pt-BR" sz="1400" i="1" dirty="0"/>
              <a:t>Imagem é capturada no momento da queda, sem intervenção</a:t>
            </a:r>
            <a:endParaRPr lang="pt-BR" sz="1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D2F49A-CEFA-3D14-E7D8-D4DF1E3D62B3}"/>
              </a:ext>
            </a:extLst>
          </p:cNvPr>
          <p:cNvSpPr txBox="1"/>
          <p:nvPr/>
        </p:nvSpPr>
        <p:spPr>
          <a:xfrm>
            <a:off x="2159157" y="4291303"/>
            <a:ext cx="40430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Registro enriquecido com metadados</a:t>
            </a:r>
          </a:p>
          <a:p>
            <a:r>
              <a:rPr lang="pt-BR" sz="1400" i="1" dirty="0"/>
              <a:t>Inclui data, hora e coordenadas GPS vinculadas à imagem</a:t>
            </a:r>
            <a:endParaRPr lang="pt-BR" sz="1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1D773D-6720-08EB-C152-006248FE1161}"/>
              </a:ext>
            </a:extLst>
          </p:cNvPr>
          <p:cNvSpPr txBox="1"/>
          <p:nvPr/>
        </p:nvSpPr>
        <p:spPr>
          <a:xfrm>
            <a:off x="2159157" y="5333356"/>
            <a:ext cx="40430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Armazenamento e envio seguro</a:t>
            </a:r>
          </a:p>
          <a:p>
            <a:r>
              <a:rPr lang="pt-BR" sz="1400" i="1" dirty="0"/>
              <a:t>Foto é enviada ao app ou salva em memória temporária</a:t>
            </a:r>
            <a:endParaRPr lang="pt-BR" sz="1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338D03BF-F4C7-97A3-59C5-C87B727CDF3B}"/>
              </a:ext>
            </a:extLst>
          </p:cNvPr>
          <p:cNvSpPr txBox="1">
            <a:spLocks/>
          </p:cNvSpPr>
          <p:nvPr/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Tecnologia embarcada na identificação do acidente</a:t>
            </a:r>
            <a:endParaRPr lang="pt-BR" dirty="0"/>
          </a:p>
        </p:txBody>
      </p:sp>
      <p:sp>
        <p:nvSpPr>
          <p:cNvPr id="31" name="Rectangle: Rounded Corners 20">
            <a:extLst>
              <a:ext uri="{FF2B5EF4-FFF2-40B4-BE49-F238E27FC236}">
                <a16:creationId xmlns:a16="http://schemas.microsoft.com/office/drawing/2014/main" id="{6416BFE1-452E-6311-75C2-0456762FB99F}"/>
              </a:ext>
            </a:extLst>
          </p:cNvPr>
          <p:cNvSpPr/>
          <p:nvPr/>
        </p:nvSpPr>
        <p:spPr>
          <a:xfrm>
            <a:off x="972245" y="1390285"/>
            <a:ext cx="230754" cy="21241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Rectangle: Rounded Corners 21">
            <a:extLst>
              <a:ext uri="{FF2B5EF4-FFF2-40B4-BE49-F238E27FC236}">
                <a16:creationId xmlns:a16="http://schemas.microsoft.com/office/drawing/2014/main" id="{B0DFA8F9-363D-81B0-AC2F-278F490F61BC}"/>
              </a:ext>
            </a:extLst>
          </p:cNvPr>
          <p:cNvSpPr/>
          <p:nvPr/>
        </p:nvSpPr>
        <p:spPr>
          <a:xfrm>
            <a:off x="999934" y="1417000"/>
            <a:ext cx="242674" cy="2268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3" name="Picture 4" descr="câmera ">
            <a:extLst>
              <a:ext uri="{FF2B5EF4-FFF2-40B4-BE49-F238E27FC236}">
                <a16:creationId xmlns:a16="http://schemas.microsoft.com/office/drawing/2014/main" id="{6730AE00-0EF6-15CA-B3E4-3AF0EC78B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188" y="2444188"/>
            <a:ext cx="388475" cy="38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Diagonal Corners Snipped 33">
            <a:extLst>
              <a:ext uri="{FF2B5EF4-FFF2-40B4-BE49-F238E27FC236}">
                <a16:creationId xmlns:a16="http://schemas.microsoft.com/office/drawing/2014/main" id="{5BAD6BB4-25CC-8CE5-C48C-BCE0BDED4C46}"/>
              </a:ext>
            </a:extLst>
          </p:cNvPr>
          <p:cNvSpPr/>
          <p:nvPr/>
        </p:nvSpPr>
        <p:spPr>
          <a:xfrm>
            <a:off x="7202416" y="2218167"/>
            <a:ext cx="4414926" cy="3227474"/>
          </a:xfrm>
          <a:prstGeom prst="snip2DiagRect">
            <a:avLst>
              <a:gd name="adj1" fmla="val 10041"/>
              <a:gd name="adj2" fmla="val 10145"/>
            </a:avLst>
          </a:prstGeom>
          <a:solidFill>
            <a:srgbClr val="262626"/>
          </a:solidFill>
          <a:ln>
            <a:noFill/>
          </a:ln>
          <a:effectLst>
            <a:outerShdw blurRad="50800" dist="50800" dir="2154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B7BBE405-CF64-B072-B8E8-B62303EB9B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41" t="25632" r="-795" b="12090"/>
          <a:stretch/>
        </p:blipFill>
        <p:spPr bwMode="auto">
          <a:xfrm>
            <a:off x="6975884" y="2254495"/>
            <a:ext cx="4641458" cy="3208883"/>
          </a:xfrm>
          <a:prstGeom prst="snip2DiagRect">
            <a:avLst>
              <a:gd name="adj1" fmla="val 0"/>
              <a:gd name="adj2" fmla="val 1251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C9A160F-C87F-F246-8027-8399201BC539}"/>
              </a:ext>
            </a:extLst>
          </p:cNvPr>
          <p:cNvSpPr/>
          <p:nvPr/>
        </p:nvSpPr>
        <p:spPr>
          <a:xfrm>
            <a:off x="6789423" y="3235937"/>
            <a:ext cx="845897" cy="519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425EDC-77B0-AAD4-DA55-4C3CC61EC7D4}"/>
              </a:ext>
            </a:extLst>
          </p:cNvPr>
          <p:cNvSpPr txBox="1"/>
          <p:nvPr/>
        </p:nvSpPr>
        <p:spPr>
          <a:xfrm>
            <a:off x="7202416" y="5528896"/>
            <a:ext cx="4094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Evidência gerada e armazenada de forma segura e autônoma</a:t>
            </a:r>
          </a:p>
        </p:txBody>
      </p:sp>
      <p:pic>
        <p:nvPicPr>
          <p:cNvPr id="5130" name="Picture 10" descr="ativação ">
            <a:extLst>
              <a:ext uri="{FF2B5EF4-FFF2-40B4-BE49-F238E27FC236}">
                <a16:creationId xmlns:a16="http://schemas.microsoft.com/office/drawing/2014/main" id="{2F9E8C8F-1827-CA11-026E-9679B8FAB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909" y="3463249"/>
            <a:ext cx="388475" cy="38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editar ">
            <a:extLst>
              <a:ext uri="{FF2B5EF4-FFF2-40B4-BE49-F238E27FC236}">
                <a16:creationId xmlns:a16="http://schemas.microsoft.com/office/drawing/2014/main" id="{FC5E0ECD-1408-46DC-53C4-EC1839D79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769" y="4501019"/>
            <a:ext cx="353159" cy="35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armazenamento do servidor ">
            <a:extLst>
              <a:ext uri="{FF2B5EF4-FFF2-40B4-BE49-F238E27FC236}">
                <a16:creationId xmlns:a16="http://schemas.microsoft.com/office/drawing/2014/main" id="{17A01B22-0DE6-356D-D8B9-E44109405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244" y="5527663"/>
            <a:ext cx="353159" cy="35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566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5BE7E-CA9E-2E8F-A298-6FFAF0CDF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7AD54B-C4F6-3D03-5A68-F60B1AF0B11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Após registrar o acidente, o sistema envia um alerta com informações da ocorrência mesmo que o motociclista esteja inconsciente.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38EB5A-46BD-6DBF-BC6B-969E7156F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800" y="290591"/>
            <a:ext cx="8645400" cy="520912"/>
          </a:xfrm>
        </p:spPr>
        <p:txBody>
          <a:bodyPr/>
          <a:lstStyle/>
          <a:p>
            <a:r>
              <a:rPr lang="pt-BR" dirty="0"/>
              <a:t>Alerta automático via app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7982E-6C43-E20A-44D7-9FA1F2C952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E9BCF-F0BF-DB57-C22E-0A0F7D88CB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B9F6BFC-42AC-BDB6-6FCC-367FFCE8338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499E36-93B7-74E8-45A2-722D8E507D2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dirty="0"/>
              <a:t>Fluxo de envio do alerta automático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372794-C15E-4D98-ADDD-12D5BEE1FF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dirty="0"/>
              <a:t>Esquema resumido do fluxo de dados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345C28-C6FE-74D6-9D9B-66B1B3EC84B3}"/>
              </a:ext>
            </a:extLst>
          </p:cNvPr>
          <p:cNvSpPr/>
          <p:nvPr/>
        </p:nvSpPr>
        <p:spPr>
          <a:xfrm>
            <a:off x="895350" y="1295400"/>
            <a:ext cx="5372100" cy="4962525"/>
          </a:xfrm>
          <a:prstGeom prst="roundRect">
            <a:avLst>
              <a:gd name="adj" fmla="val 360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A679024-F284-8BA8-CE77-4E535FCF74C1}"/>
              </a:ext>
            </a:extLst>
          </p:cNvPr>
          <p:cNvSpPr/>
          <p:nvPr/>
        </p:nvSpPr>
        <p:spPr>
          <a:xfrm>
            <a:off x="1242608" y="2380790"/>
            <a:ext cx="504000" cy="504000"/>
          </a:xfrm>
          <a:prstGeom prst="ellipse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2E58B3-FEE1-2589-3501-EC172A755449}"/>
              </a:ext>
            </a:extLst>
          </p:cNvPr>
          <p:cNvSpPr/>
          <p:nvPr/>
        </p:nvSpPr>
        <p:spPr>
          <a:xfrm>
            <a:off x="1242608" y="3402407"/>
            <a:ext cx="504000" cy="504000"/>
          </a:xfrm>
          <a:prstGeom prst="ellipse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02280F8-2BFA-9A5F-61F6-738DD2B52F7F}"/>
              </a:ext>
            </a:extLst>
          </p:cNvPr>
          <p:cNvSpPr/>
          <p:nvPr/>
        </p:nvSpPr>
        <p:spPr>
          <a:xfrm>
            <a:off x="1242608" y="4424024"/>
            <a:ext cx="504000" cy="504000"/>
          </a:xfrm>
          <a:prstGeom prst="ellipse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122B28-2697-B102-9C91-FB4DB14EC6DD}"/>
              </a:ext>
            </a:extLst>
          </p:cNvPr>
          <p:cNvSpPr/>
          <p:nvPr/>
        </p:nvSpPr>
        <p:spPr>
          <a:xfrm>
            <a:off x="1242608" y="5445641"/>
            <a:ext cx="504000" cy="504000"/>
          </a:xfrm>
          <a:prstGeom prst="ellipse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30BCFD-42E2-21B5-A5C6-2303A2E7AA23}"/>
              </a:ext>
            </a:extLst>
          </p:cNvPr>
          <p:cNvCxnSpPr>
            <a:cxnSpLocks/>
          </p:cNvCxnSpPr>
          <p:nvPr/>
        </p:nvCxnSpPr>
        <p:spPr>
          <a:xfrm>
            <a:off x="1494608" y="2884790"/>
            <a:ext cx="0" cy="517617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82720FC-9642-F64A-ACC5-AEF943B6E3F2}"/>
              </a:ext>
            </a:extLst>
          </p:cNvPr>
          <p:cNvCxnSpPr>
            <a:cxnSpLocks/>
          </p:cNvCxnSpPr>
          <p:nvPr/>
        </p:nvCxnSpPr>
        <p:spPr>
          <a:xfrm>
            <a:off x="1494608" y="3906407"/>
            <a:ext cx="0" cy="517617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A87AA6-A5DB-C700-E5CF-DA087E1815D3}"/>
              </a:ext>
            </a:extLst>
          </p:cNvPr>
          <p:cNvCxnSpPr>
            <a:cxnSpLocks/>
          </p:cNvCxnSpPr>
          <p:nvPr/>
        </p:nvCxnSpPr>
        <p:spPr>
          <a:xfrm>
            <a:off x="1494608" y="4928024"/>
            <a:ext cx="0" cy="517617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D92AC1-B769-1A1F-E87A-F9E87C948A15}"/>
              </a:ext>
            </a:extLst>
          </p:cNvPr>
          <p:cNvCxnSpPr>
            <a:cxnSpLocks/>
          </p:cNvCxnSpPr>
          <p:nvPr/>
        </p:nvCxnSpPr>
        <p:spPr>
          <a:xfrm flipV="1">
            <a:off x="1746608" y="2649287"/>
            <a:ext cx="347258" cy="0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0BC970-1BB6-87CA-F51A-2258CD461DCB}"/>
              </a:ext>
            </a:extLst>
          </p:cNvPr>
          <p:cNvCxnSpPr>
            <a:cxnSpLocks/>
          </p:cNvCxnSpPr>
          <p:nvPr/>
        </p:nvCxnSpPr>
        <p:spPr>
          <a:xfrm flipV="1">
            <a:off x="1746608" y="3654407"/>
            <a:ext cx="347258" cy="0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B40F7F-B97A-97D0-3586-01B93D91EF69}"/>
              </a:ext>
            </a:extLst>
          </p:cNvPr>
          <p:cNvCxnSpPr>
            <a:cxnSpLocks/>
          </p:cNvCxnSpPr>
          <p:nvPr/>
        </p:nvCxnSpPr>
        <p:spPr>
          <a:xfrm flipV="1">
            <a:off x="1746608" y="4682356"/>
            <a:ext cx="347258" cy="0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E8D521-C1E5-160C-6507-CE2F823CB537}"/>
              </a:ext>
            </a:extLst>
          </p:cNvPr>
          <p:cNvCxnSpPr>
            <a:cxnSpLocks/>
          </p:cNvCxnSpPr>
          <p:nvPr/>
        </p:nvCxnSpPr>
        <p:spPr>
          <a:xfrm flipV="1">
            <a:off x="1746608" y="5697641"/>
            <a:ext cx="347258" cy="0"/>
          </a:xfrm>
          <a:prstGeom prst="line">
            <a:avLst/>
          </a:prstGeom>
          <a:ln>
            <a:solidFill>
              <a:srgbClr val="26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0D5013D-E39B-6F0D-9525-3308FAC07AA8}"/>
              </a:ext>
            </a:extLst>
          </p:cNvPr>
          <p:cNvSpPr txBox="1"/>
          <p:nvPr/>
        </p:nvSpPr>
        <p:spPr>
          <a:xfrm>
            <a:off x="2159157" y="2367113"/>
            <a:ext cx="40430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Integração com smartphone via Bluetooth</a:t>
            </a:r>
          </a:p>
          <a:p>
            <a:r>
              <a:rPr lang="pt-BR" sz="1400" i="1" dirty="0"/>
              <a:t>Dispositivo se conecta automaticamente ao celular do usuário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75D065-BD99-6DE4-4F43-82A92F47556C}"/>
              </a:ext>
            </a:extLst>
          </p:cNvPr>
          <p:cNvSpPr txBox="1"/>
          <p:nvPr/>
        </p:nvSpPr>
        <p:spPr>
          <a:xfrm>
            <a:off x="2093866" y="3279851"/>
            <a:ext cx="417358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Envio de alerta imediato com dados do acidente</a:t>
            </a:r>
          </a:p>
          <a:p>
            <a:r>
              <a:rPr lang="pt-BR" sz="1400" i="1" dirty="0"/>
              <a:t>Inclui imagem, hora, localização e status do impacto</a:t>
            </a:r>
            <a:endParaRPr lang="pt-BR" sz="1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CA880B-349A-EB77-4585-84AD209E8DAA}"/>
              </a:ext>
            </a:extLst>
          </p:cNvPr>
          <p:cNvSpPr txBox="1"/>
          <p:nvPr/>
        </p:nvSpPr>
        <p:spPr>
          <a:xfrm>
            <a:off x="2159157" y="4291303"/>
            <a:ext cx="40430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Notificação para contatos de emergência</a:t>
            </a:r>
          </a:p>
          <a:p>
            <a:r>
              <a:rPr lang="pt-BR" sz="1400" i="1" dirty="0"/>
              <a:t>Família, amigos ou serviços como SAMU podem ser acionados</a:t>
            </a:r>
            <a:endParaRPr lang="pt-BR" sz="1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4F2E5D-B277-EFA9-1EB3-4ACF06222BEC}"/>
              </a:ext>
            </a:extLst>
          </p:cNvPr>
          <p:cNvSpPr txBox="1"/>
          <p:nvPr/>
        </p:nvSpPr>
        <p:spPr>
          <a:xfrm>
            <a:off x="2134203" y="5196410"/>
            <a:ext cx="40430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Funcionamento independente da ação do usuário</a:t>
            </a:r>
          </a:p>
          <a:p>
            <a:r>
              <a:rPr lang="pt-BR" sz="1400" i="1" dirty="0"/>
              <a:t>Sistema atua mesmo em caso de inconsciência ou incapacidade</a:t>
            </a:r>
            <a:endParaRPr lang="pt-BR" sz="1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7C6F8DC9-8AAB-C316-9D73-A533B2E78CFA}"/>
              </a:ext>
            </a:extLst>
          </p:cNvPr>
          <p:cNvSpPr txBox="1">
            <a:spLocks/>
          </p:cNvSpPr>
          <p:nvPr/>
        </p:nvSpPr>
        <p:spPr>
          <a:xfrm>
            <a:off x="1224183" y="1412359"/>
            <a:ext cx="4871815" cy="3383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Tecnologia embarcada na identificação do acidente</a:t>
            </a:r>
            <a:endParaRPr lang="pt-BR" dirty="0"/>
          </a:p>
        </p:txBody>
      </p:sp>
      <p:sp>
        <p:nvSpPr>
          <p:cNvPr id="31" name="Rectangle: Rounded Corners 20">
            <a:extLst>
              <a:ext uri="{FF2B5EF4-FFF2-40B4-BE49-F238E27FC236}">
                <a16:creationId xmlns:a16="http://schemas.microsoft.com/office/drawing/2014/main" id="{1466795B-E700-B9F4-C6AD-62731F0D2105}"/>
              </a:ext>
            </a:extLst>
          </p:cNvPr>
          <p:cNvSpPr/>
          <p:nvPr/>
        </p:nvSpPr>
        <p:spPr>
          <a:xfrm>
            <a:off x="972245" y="1390285"/>
            <a:ext cx="230754" cy="21241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Rectangle: Rounded Corners 21">
            <a:extLst>
              <a:ext uri="{FF2B5EF4-FFF2-40B4-BE49-F238E27FC236}">
                <a16:creationId xmlns:a16="http://schemas.microsoft.com/office/drawing/2014/main" id="{386E94D2-A88D-A479-65DC-37A7D99C0381}"/>
              </a:ext>
            </a:extLst>
          </p:cNvPr>
          <p:cNvSpPr/>
          <p:nvPr/>
        </p:nvSpPr>
        <p:spPr>
          <a:xfrm>
            <a:off x="999934" y="1417000"/>
            <a:ext cx="242674" cy="2268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4" name="Rectangle: Diagonal Corners Snipped 33">
            <a:extLst>
              <a:ext uri="{FF2B5EF4-FFF2-40B4-BE49-F238E27FC236}">
                <a16:creationId xmlns:a16="http://schemas.microsoft.com/office/drawing/2014/main" id="{3C278E4B-469B-67E7-6E77-37966BF3FE9B}"/>
              </a:ext>
            </a:extLst>
          </p:cNvPr>
          <p:cNvSpPr/>
          <p:nvPr/>
        </p:nvSpPr>
        <p:spPr>
          <a:xfrm>
            <a:off x="6841753" y="2125591"/>
            <a:ext cx="4775589" cy="4086482"/>
          </a:xfrm>
          <a:prstGeom prst="snip2DiagRect">
            <a:avLst>
              <a:gd name="adj1" fmla="val 0"/>
              <a:gd name="adj2" fmla="val 758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50800" dir="2154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146" name="Picture 2" descr="Mobile phone ">
            <a:extLst>
              <a:ext uri="{FF2B5EF4-FFF2-40B4-BE49-F238E27FC236}">
                <a16:creationId xmlns:a16="http://schemas.microsoft.com/office/drawing/2014/main" id="{1AE55521-4E6C-E8BF-4F6A-9378E7E6E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798" y="2452480"/>
            <a:ext cx="369621" cy="36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alerta ">
            <a:extLst>
              <a:ext uri="{FF2B5EF4-FFF2-40B4-BE49-F238E27FC236}">
                <a16:creationId xmlns:a16="http://schemas.microsoft.com/office/drawing/2014/main" id="{8B59C635-1E8B-956B-9926-7FDCB9A41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898" y="3478023"/>
            <a:ext cx="321054" cy="32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eople ">
            <a:extLst>
              <a:ext uri="{FF2B5EF4-FFF2-40B4-BE49-F238E27FC236}">
                <a16:creationId xmlns:a16="http://schemas.microsoft.com/office/drawing/2014/main" id="{9C3404B2-7C8A-D815-9425-A9522F192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846" y="4500196"/>
            <a:ext cx="353159" cy="35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User ">
            <a:extLst>
              <a:ext uri="{FF2B5EF4-FFF2-40B4-BE49-F238E27FC236}">
                <a16:creationId xmlns:a16="http://schemas.microsoft.com/office/drawing/2014/main" id="{E8D5B92F-6ECB-217A-589D-A60823797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64" y="5491814"/>
            <a:ext cx="427323" cy="42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>
            <a:extLst>
              <a:ext uri="{FF2B5EF4-FFF2-40B4-BE49-F238E27FC236}">
                <a16:creationId xmlns:a16="http://schemas.microsoft.com/office/drawing/2014/main" id="{ED1D9E3E-2290-F759-1EDB-0EABEA2ED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049" y="4511690"/>
            <a:ext cx="832731" cy="83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Booking ">
            <a:extLst>
              <a:ext uri="{FF2B5EF4-FFF2-40B4-BE49-F238E27FC236}">
                <a16:creationId xmlns:a16="http://schemas.microsoft.com/office/drawing/2014/main" id="{BCF328C8-5E71-F90D-3A62-3597661FE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6725" y="2660662"/>
            <a:ext cx="625643" cy="625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dispositivo roteador ">
            <a:extLst>
              <a:ext uri="{FF2B5EF4-FFF2-40B4-BE49-F238E27FC236}">
                <a16:creationId xmlns:a16="http://schemas.microsoft.com/office/drawing/2014/main" id="{EDD67D27-09F5-80B9-D574-1F62909E2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004" y="2660662"/>
            <a:ext cx="625643" cy="625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People ">
            <a:extLst>
              <a:ext uri="{FF2B5EF4-FFF2-40B4-BE49-F238E27FC236}">
                <a16:creationId xmlns:a16="http://schemas.microsoft.com/office/drawing/2014/main" id="{A5DD9124-42E0-ACA6-8EEF-9D85D3753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1203" y="2718212"/>
            <a:ext cx="625644" cy="62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ambulância ">
            <a:extLst>
              <a:ext uri="{FF2B5EF4-FFF2-40B4-BE49-F238E27FC236}">
                <a16:creationId xmlns:a16="http://schemas.microsoft.com/office/drawing/2014/main" id="{CB4D5CB9-1F41-D2C2-DCD1-374C57229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3288" y="4565482"/>
            <a:ext cx="688207" cy="688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Arrow: Right 36">
            <a:extLst>
              <a:ext uri="{FF2B5EF4-FFF2-40B4-BE49-F238E27FC236}">
                <a16:creationId xmlns:a16="http://schemas.microsoft.com/office/drawing/2014/main" id="{1F9F3491-C376-F8B7-179A-B42E75C01FED}"/>
              </a:ext>
            </a:extLst>
          </p:cNvPr>
          <p:cNvSpPr/>
          <p:nvPr/>
        </p:nvSpPr>
        <p:spPr>
          <a:xfrm rot="16200000">
            <a:off x="7137357" y="3836096"/>
            <a:ext cx="1042937" cy="258332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CA04FFFD-3EA8-7A48-04A5-5DE6E3B1B59A}"/>
              </a:ext>
            </a:extLst>
          </p:cNvPr>
          <p:cNvSpPr/>
          <p:nvPr/>
        </p:nvSpPr>
        <p:spPr>
          <a:xfrm>
            <a:off x="8051220" y="2880661"/>
            <a:ext cx="712341" cy="258332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2A9A362-913C-BBC4-7E9B-D4928A382ABD}"/>
              </a:ext>
            </a:extLst>
          </p:cNvPr>
          <p:cNvSpPr/>
          <p:nvPr/>
        </p:nvSpPr>
        <p:spPr>
          <a:xfrm>
            <a:off x="9590615" y="2901868"/>
            <a:ext cx="712341" cy="258332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7A5F8BE4-7A82-26EC-2742-CAD0DD6CCAAC}"/>
              </a:ext>
            </a:extLst>
          </p:cNvPr>
          <p:cNvSpPr/>
          <p:nvPr/>
        </p:nvSpPr>
        <p:spPr>
          <a:xfrm rot="5400000">
            <a:off x="10090408" y="3824262"/>
            <a:ext cx="1147233" cy="258332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2732E83A-06E7-EC65-0DFD-94FF01E2D190}"/>
              </a:ext>
            </a:extLst>
          </p:cNvPr>
          <p:cNvSpPr/>
          <p:nvPr/>
        </p:nvSpPr>
        <p:spPr>
          <a:xfrm rot="10800000">
            <a:off x="8573694" y="4798889"/>
            <a:ext cx="1526967" cy="258332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1FFEE9-0064-7494-F2C7-28AA9A2F850A}"/>
              </a:ext>
            </a:extLst>
          </p:cNvPr>
          <p:cNvSpPr txBox="1"/>
          <p:nvPr/>
        </p:nvSpPr>
        <p:spPr>
          <a:xfrm>
            <a:off x="6843310" y="2190028"/>
            <a:ext cx="171530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Dispositivo</a:t>
            </a:r>
          </a:p>
          <a:p>
            <a:pPr algn="ctr"/>
            <a:r>
              <a:rPr lang="pt-BR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(coletor e transmissor de sinais)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BA6AC9-E289-BA28-A5BE-313D240E7C0C}"/>
              </a:ext>
            </a:extLst>
          </p:cNvPr>
          <p:cNvSpPr txBox="1"/>
          <p:nvPr/>
        </p:nvSpPr>
        <p:spPr>
          <a:xfrm>
            <a:off x="8275265" y="2190028"/>
            <a:ext cx="171530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App</a:t>
            </a:r>
          </a:p>
          <a:p>
            <a:pPr algn="ctr"/>
            <a:r>
              <a:rPr lang="pt-BR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(comunicação e dados)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CF7771-533F-6568-E748-5684988CF5FC}"/>
              </a:ext>
            </a:extLst>
          </p:cNvPr>
          <p:cNvSpPr txBox="1"/>
          <p:nvPr/>
        </p:nvSpPr>
        <p:spPr>
          <a:xfrm>
            <a:off x="9760364" y="2190028"/>
            <a:ext cx="171530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Emergência/contato</a:t>
            </a:r>
          </a:p>
          <a:p>
            <a:pPr algn="ctr"/>
            <a:r>
              <a:rPr lang="pt-BR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(notificação instantânea)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3E94610-CFDE-1B3D-C5CC-A6FD08EC713C}"/>
              </a:ext>
            </a:extLst>
          </p:cNvPr>
          <p:cNvSpPr/>
          <p:nvPr/>
        </p:nvSpPr>
        <p:spPr>
          <a:xfrm>
            <a:off x="8151780" y="3478023"/>
            <a:ext cx="2151176" cy="1084908"/>
          </a:xfrm>
          <a:prstGeom prst="roundRect">
            <a:avLst/>
          </a:prstGeom>
          <a:noFill/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Notificação automática de acidente e localização, possibilitando socorro mesmo com a vítima inconsciente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FE3D9D-AD49-F0D3-D8A2-442204066F34}"/>
              </a:ext>
            </a:extLst>
          </p:cNvPr>
          <p:cNvSpPr txBox="1"/>
          <p:nvPr/>
        </p:nvSpPr>
        <p:spPr>
          <a:xfrm>
            <a:off x="7346004" y="5378966"/>
            <a:ext cx="4129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200" dirty="0"/>
              <a:t>Dispositivo coletor e transmissor de sinais: microcontrolador com módulo </a:t>
            </a:r>
            <a:r>
              <a:rPr lang="pt-BR" sz="1200" dirty="0" err="1"/>
              <a:t>bluetooth</a:t>
            </a:r>
            <a:r>
              <a:rPr lang="pt-BR" sz="1200" dirty="0"/>
              <a:t> ou </a:t>
            </a:r>
            <a:r>
              <a:rPr lang="pt-BR" sz="1200" dirty="0" err="1"/>
              <a:t>wifi</a:t>
            </a:r>
            <a:endParaRPr lang="pt-BR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200" dirty="0"/>
              <a:t>App: notificação usando a rede e posicionamento através do seu GPS</a:t>
            </a:r>
          </a:p>
        </p:txBody>
      </p:sp>
    </p:spTree>
    <p:extLst>
      <p:ext uri="{BB962C8B-B14F-4D97-AF65-F5344CB8AC3E}">
        <p14:creationId xmlns:p14="http://schemas.microsoft.com/office/powerpoint/2010/main" val="2771311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688D0-A17D-E8B8-AE14-491DC831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Contrato de Motoboy por Entregas: Há Vínculo Empregatício?">
            <a:extLst>
              <a:ext uri="{FF2B5EF4-FFF2-40B4-BE49-F238E27FC236}">
                <a16:creationId xmlns:a16="http://schemas.microsoft.com/office/drawing/2014/main" id="{28AB3562-C392-3413-E660-AFA177B098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01" b="8680"/>
          <a:stretch/>
        </p:blipFill>
        <p:spPr bwMode="auto">
          <a:xfrm>
            <a:off x="7332783" y="3154165"/>
            <a:ext cx="4859217" cy="3703826"/>
          </a:xfrm>
          <a:custGeom>
            <a:avLst/>
            <a:gdLst/>
            <a:ahLst/>
            <a:cxnLst/>
            <a:rect l="l" t="t" r="r" b="b"/>
            <a:pathLst>
              <a:path w="4397481" h="3351888">
                <a:moveTo>
                  <a:pt x="0" y="0"/>
                </a:moveTo>
                <a:lnTo>
                  <a:pt x="4397481" y="0"/>
                </a:lnTo>
                <a:lnTo>
                  <a:pt x="4397481" y="3351888"/>
                </a:lnTo>
                <a:lnTo>
                  <a:pt x="1552363" y="335188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omo o trânsito influencia o dia a dia da população? Veja o que dizem  especialistas - Folha PE">
            <a:extLst>
              <a:ext uri="{FF2B5EF4-FFF2-40B4-BE49-F238E27FC236}">
                <a16:creationId xmlns:a16="http://schemas.microsoft.com/office/drawing/2014/main" id="{A2CDA30A-9AE5-508E-2CD8-387D7BC1E2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9543" r="5204" b="3"/>
          <a:stretch/>
        </p:blipFill>
        <p:spPr bwMode="auto">
          <a:xfrm>
            <a:off x="5953126" y="-1"/>
            <a:ext cx="6229350" cy="3553053"/>
          </a:xfrm>
          <a:custGeom>
            <a:avLst/>
            <a:gdLst/>
            <a:ahLst/>
            <a:cxnLst/>
            <a:rect l="l" t="t" r="r" b="b"/>
            <a:pathLst>
              <a:path w="6023811" h="3346404">
                <a:moveTo>
                  <a:pt x="0" y="0"/>
                </a:moveTo>
                <a:lnTo>
                  <a:pt x="6023811" y="0"/>
                </a:lnTo>
                <a:lnTo>
                  <a:pt x="6023811" y="3346404"/>
                </a:lnTo>
                <a:lnTo>
                  <a:pt x="1549824" y="334640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otos 2024: 20 modelos esperados para o Brasil (e mais extras!) - MOTOO">
            <a:extLst>
              <a:ext uri="{FF2B5EF4-FFF2-40B4-BE49-F238E27FC236}">
                <a16:creationId xmlns:a16="http://schemas.microsoft.com/office/drawing/2014/main" id="{BC8A1B11-2247-977C-8D92-F063CB8EA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8"/>
          <a:stretch>
            <a:fillRect/>
          </a:stretch>
        </p:blipFill>
        <p:spPr bwMode="auto">
          <a:xfrm>
            <a:off x="20" y="10"/>
            <a:ext cx="9124930" cy="6863475"/>
          </a:xfrm>
          <a:custGeom>
            <a:avLst/>
            <a:gdLst/>
            <a:ahLst/>
            <a:cxnLst/>
            <a:rect l="l" t="t" r="r" b="b"/>
            <a:pathLst>
              <a:path w="9154693" h="6863485">
                <a:moveTo>
                  <a:pt x="0" y="0"/>
                </a:moveTo>
                <a:lnTo>
                  <a:pt x="5976000" y="0"/>
                </a:lnTo>
                <a:lnTo>
                  <a:pt x="9154693" y="6863485"/>
                </a:lnTo>
                <a:lnTo>
                  <a:pt x="0" y="6863485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BFCE4AFB-B58C-350B-BBD9-AC12860988DF}"/>
              </a:ext>
            </a:extLst>
          </p:cNvPr>
          <p:cNvSpPr/>
          <p:nvPr/>
        </p:nvSpPr>
        <p:spPr>
          <a:xfrm>
            <a:off x="0" y="-85725"/>
            <a:ext cx="12191999" cy="6955261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74900"/>
            </a:schemeClr>
          </a:solidFill>
          <a:effectLst>
            <a:outerShdw blurRad="50800" dist="50800" dir="5400000" algn="ctr" rotWithShape="0">
              <a:schemeClr val="tx1">
                <a:lumMod val="50000"/>
                <a:lumOff val="50000"/>
                <a:alpha val="5000"/>
              </a:schemeClr>
            </a:out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A44A4781-211C-58AB-A0E2-F0230CFED677}"/>
              </a:ext>
            </a:extLst>
          </p:cNvPr>
          <p:cNvSpPr/>
          <p:nvPr/>
        </p:nvSpPr>
        <p:spPr>
          <a:xfrm flipH="1">
            <a:off x="593472" y="2897273"/>
            <a:ext cx="216000" cy="1086526"/>
          </a:xfrm>
          <a:custGeom>
            <a:avLst/>
            <a:gdLst/>
            <a:ahLst/>
            <a:cxnLst/>
            <a:rect l="l" t="t" r="r" b="b"/>
            <a:pathLst>
              <a:path h="1323975">
                <a:moveTo>
                  <a:pt x="0" y="0"/>
                </a:moveTo>
                <a:lnTo>
                  <a:pt x="0" y="1323467"/>
                </a:lnTo>
              </a:path>
            </a:pathLst>
          </a:custGeom>
          <a:ln w="539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57F119-6666-95E3-9961-07D90631591C}"/>
              </a:ext>
            </a:extLst>
          </p:cNvPr>
          <p:cNvSpPr txBox="1"/>
          <p:nvPr/>
        </p:nvSpPr>
        <p:spPr>
          <a:xfrm>
            <a:off x="840067" y="2776701"/>
            <a:ext cx="7596010" cy="1327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Obrigado!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PSI 3591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AA4240-75DE-48F4-F395-DD001418BC9F}"/>
              </a:ext>
            </a:extLst>
          </p:cNvPr>
          <p:cNvSpPr txBox="1"/>
          <p:nvPr/>
        </p:nvSpPr>
        <p:spPr>
          <a:xfrm>
            <a:off x="701471" y="4963697"/>
            <a:ext cx="3315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Lorenzo Zauith</a:t>
            </a:r>
          </a:p>
          <a:p>
            <a:r>
              <a:rPr lang="pt-BR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Igor Teixeira</a:t>
            </a:r>
          </a:p>
          <a:p>
            <a:r>
              <a:rPr lang="pt-BR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Rodrigo Costa</a:t>
            </a:r>
          </a:p>
        </p:txBody>
      </p:sp>
    </p:spTree>
    <p:extLst>
      <p:ext uri="{BB962C8B-B14F-4D97-AF65-F5344CB8AC3E}">
        <p14:creationId xmlns:p14="http://schemas.microsoft.com/office/powerpoint/2010/main" val="255740131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F2F2F2"/>
      </a:lt2>
      <a:accent1>
        <a:srgbClr val="1A42C6"/>
      </a:accent1>
      <a:accent2>
        <a:srgbClr val="F2F2F2"/>
      </a:accent2>
      <a:accent3>
        <a:srgbClr val="262626"/>
      </a:accent3>
      <a:accent4>
        <a:srgbClr val="181717"/>
      </a:accent4>
      <a:accent5>
        <a:srgbClr val="85ACE1"/>
      </a:accent5>
      <a:accent6>
        <a:srgbClr val="4883D2"/>
      </a:accent6>
      <a:hlink>
        <a:srgbClr val="0D1E35"/>
      </a:hlink>
      <a:folHlink>
        <a:srgbClr val="757070"/>
      </a:folHlink>
    </a:clrScheme>
    <a:fontScheme name="Custom 3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3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3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3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6046</TotalTime>
  <Words>650</Words>
  <Application>Microsoft Office PowerPoint</Application>
  <PresentationFormat>Widescreen</PresentationFormat>
  <Paragraphs>104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</vt:lpstr>
      <vt:lpstr>Arial</vt:lpstr>
      <vt:lpstr>Segoe UI</vt:lpstr>
      <vt:lpstr>Segoe UI </vt:lpstr>
      <vt:lpstr>Segoe UI Light</vt:lpstr>
      <vt:lpstr>Wingdings</vt:lpstr>
      <vt:lpstr>1_Custom Design</vt:lpstr>
      <vt:lpstr>2_Custom Design</vt:lpstr>
      <vt:lpstr>3_Custom Design</vt:lpstr>
      <vt:lpstr>4_Custom Design</vt:lpstr>
      <vt:lpstr>Custom Design</vt:lpstr>
      <vt:lpstr>PowerPoint Presentation</vt:lpstr>
      <vt:lpstr>Visão geral da solução</vt:lpstr>
      <vt:lpstr>Visão geral da solução</vt:lpstr>
      <vt:lpstr>Como podemos resolver esse problema?</vt:lpstr>
      <vt:lpstr>Detecção imediata do acidente</vt:lpstr>
      <vt:lpstr>Registro da cena com prova visual</vt:lpstr>
      <vt:lpstr>Alerta automático via app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Arthur Cunha</dc:creator>
  <cp:lastModifiedBy>Lorenzo Zauith</cp:lastModifiedBy>
  <cp:revision>41</cp:revision>
  <dcterms:created xsi:type="dcterms:W3CDTF">2024-04-16T02:02:03Z</dcterms:created>
  <dcterms:modified xsi:type="dcterms:W3CDTF">2025-06-04T19:20:08Z</dcterms:modified>
</cp:coreProperties>
</file>